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Midnightblue">
    <p:spTree>
      <p:nvGrpSpPr>
        <p:cNvPr id="1" name=""/>
        <p:cNvGrpSpPr/>
        <p:nvPr/>
      </p:nvGrpSpPr>
      <p:grpSpPr>
        <a:xfrm>
          <a:off x="0" y="0"/>
          <a:ext cx="0" cy="0"/>
          <a:chOff x="0" y="0"/>
          <a:chExt cx="0" cy="0"/>
        </a:xfrm>
      </p:grpSpPr>
      <p:sp>
        <p:nvSpPr>
          <p:cNvPr id="2" name=""/>
          <p:cNvSpPr/>
          <p:nvPr/>
        </p:nvSpPr>
        <p:spPr>
          <a:xfrm>
            <a:off x="0" y="5400000"/>
            <a:ext cx="10079640" cy="269640"/>
          </a:xfrm>
          <a:prstGeom prst="rect">
            <a:avLst/>
          </a:prstGeom>
          <a:solidFill>
            <a:srgbClr val="2c3e50"/>
          </a:solidFill>
          <a:ln w="0">
            <a:no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3" name=""/>
          <p:cNvSpPr/>
          <p:nvPr/>
        </p:nvSpPr>
        <p:spPr>
          <a:xfrm>
            <a:off x="0" y="0"/>
            <a:ext cx="10079640" cy="1214640"/>
          </a:xfrm>
          <a:prstGeom prst="rect">
            <a:avLst/>
          </a:prstGeom>
          <a:solidFill>
            <a:srgbClr val="2c3e50"/>
          </a:solidFill>
          <a:ln w="0">
            <a:no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4" name=""/>
          <p:cNvSpPr/>
          <p:nvPr/>
        </p:nvSpPr>
        <p:spPr>
          <a:xfrm>
            <a:off x="9315000" y="5175000"/>
            <a:ext cx="449640" cy="449640"/>
          </a:xfrm>
          <a:prstGeom prst="ellipse">
            <a:avLst/>
          </a:prstGeom>
          <a:solidFill>
            <a:srgbClr val="1abc9c"/>
          </a:solidFill>
          <a:ln w="0">
            <a:solidFill>
              <a:srgbClr val="1abc9c"/>
            </a:solid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5"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Click to edit the title text format</a:t>
            </a:r>
            <a:endParaRPr lang="en-US" sz="3200" b="0" u="none" strike="noStrike">
              <a:solidFill>
                <a:srgbClr val="000000"/>
              </a:solidFill>
              <a:effectLst/>
              <a:uFillTx/>
              <a:latin typeface="Arial"/>
            </a:endParaRPr>
          </a:p>
        </p:txBody>
      </p:sp>
      <p:sp>
        <p:nvSpPr>
          <p:cNvPr id="6" name="PlaceHolder 2"/>
          <p:cNvSpPr>
            <a:spLocks noGrp="1"/>
          </p:cNvSpPr>
          <p:nvPr>
            <p:ph type="body"/>
          </p:nvPr>
        </p:nvSpPr>
        <p:spPr>
          <a:xfrm>
            <a:off x="360000" y="1485000"/>
            <a:ext cx="9359640" cy="3779640"/>
          </a:xfrm>
          <a:prstGeom prst="rect">
            <a:avLst/>
          </a:prstGeom>
          <a:noFill/>
          <a:ln w="0">
            <a:noFill/>
          </a:ln>
        </p:spPr>
        <p:txBody>
          <a:bodyPr lIns="0" rIns="0" tIns="0" bIns="0" anchor="t">
            <a:normAutofit/>
          </a:bodyPr>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Click to edit the outline text format</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Second Outline Level</a:t>
            </a:r>
            <a:endParaRPr lang="en-US" sz="2100" b="0" u="none" strike="noStrike">
              <a:solidFill>
                <a:srgbClr val="000000"/>
              </a:solidFill>
              <a:effectLst/>
              <a:uFillTx/>
              <a:latin typeface="Arial"/>
            </a:endParaRPr>
          </a:p>
          <a:p>
            <a:pPr marL="1296000" lvl="2" indent="-288000">
              <a:lnSpc>
                <a:spcPct val="100000"/>
              </a:lnSpc>
              <a:spcAft>
                <a:spcPts val="635"/>
              </a:spcAft>
              <a:buClr>
                <a:srgbClr val="2c3e50"/>
              </a:buClr>
              <a:buSzPct val="45000"/>
              <a:buFont typeface="Wingdings" charset="2"/>
              <a:buChar char=""/>
            </a:pPr>
            <a:r>
              <a:rPr lang="en-US" sz="1800" b="0" u="none" strike="noStrike">
                <a:solidFill>
                  <a:srgbClr val="2c3e50"/>
                </a:solidFill>
                <a:effectLst/>
                <a:uFillTx/>
                <a:latin typeface="Noto Sans"/>
              </a:rPr>
              <a:t>Third Outline Level</a:t>
            </a:r>
            <a:endParaRPr lang="en-US" sz="1800" b="0" u="none" strike="noStrike">
              <a:solidFill>
                <a:srgbClr val="000000"/>
              </a:solidFill>
              <a:effectLst/>
              <a:uFillTx/>
              <a:latin typeface="Arial"/>
            </a:endParaRPr>
          </a:p>
          <a:p>
            <a:pPr marL="1728000" lvl="3" indent="-216000">
              <a:lnSpc>
                <a:spcPct val="100000"/>
              </a:lnSpc>
              <a:spcAft>
                <a:spcPts val="425"/>
              </a:spcAft>
              <a:buClr>
                <a:srgbClr val="2c3e50"/>
              </a:buClr>
              <a:buSzPct val="75000"/>
              <a:buFont typeface="Symbol" charset="2"/>
              <a:buChar char=""/>
            </a:pPr>
            <a:r>
              <a:rPr lang="en-US" sz="1500" b="0" u="none" strike="noStrike">
                <a:solidFill>
                  <a:srgbClr val="2c3e50"/>
                </a:solidFill>
                <a:effectLst/>
                <a:uFillTx/>
                <a:latin typeface="Noto Sans"/>
              </a:rPr>
              <a:t>Fourth Outline Level</a:t>
            </a:r>
            <a:endParaRPr lang="en-US" sz="1500" b="0" u="none" strike="noStrike">
              <a:solidFill>
                <a:srgbClr val="000000"/>
              </a:solidFill>
              <a:effectLst/>
              <a:uFillTx/>
              <a:latin typeface="Arial"/>
            </a:endParaRPr>
          </a:p>
          <a:p>
            <a:pPr marL="2160000" lvl="4" indent="-216000">
              <a:lnSpc>
                <a:spcPct val="100000"/>
              </a:lnSpc>
              <a:spcAft>
                <a:spcPts val="213"/>
              </a:spcAft>
              <a:buClr>
                <a:srgbClr val="2c3e50"/>
              </a:buClr>
              <a:buSzPct val="45000"/>
              <a:buFont typeface="Wingdings" charset="2"/>
              <a:buChar char=""/>
            </a:pPr>
            <a:r>
              <a:rPr lang="en-US" sz="1500" b="0" u="none" strike="noStrike">
                <a:solidFill>
                  <a:srgbClr val="2c3e50"/>
                </a:solidFill>
                <a:effectLst/>
                <a:uFillTx/>
                <a:latin typeface="Noto Sans"/>
              </a:rPr>
              <a:t>Fifth Outline Level</a:t>
            </a:r>
            <a:endParaRPr lang="en-US" sz="1500" b="0" u="none" strike="noStrike">
              <a:solidFill>
                <a:srgbClr val="000000"/>
              </a:solidFill>
              <a:effectLst/>
              <a:uFillTx/>
              <a:latin typeface="Arial"/>
            </a:endParaRPr>
          </a:p>
          <a:p>
            <a:pPr marL="2592000" lvl="5" indent="-216000">
              <a:lnSpc>
                <a:spcPct val="100000"/>
              </a:lnSpc>
              <a:spcAft>
                <a:spcPts val="213"/>
              </a:spcAft>
              <a:buClr>
                <a:srgbClr val="2c3e50"/>
              </a:buClr>
              <a:buSzPct val="45000"/>
              <a:buFont typeface="Wingdings" charset="2"/>
              <a:buChar char=""/>
            </a:pPr>
            <a:r>
              <a:rPr lang="en-US" sz="1500" b="0" u="none" strike="noStrike">
                <a:solidFill>
                  <a:srgbClr val="2c3e50"/>
                </a:solidFill>
                <a:effectLst/>
                <a:uFillTx/>
                <a:latin typeface="Noto Sans"/>
              </a:rPr>
              <a:t>Sixth Outline Level</a:t>
            </a:r>
            <a:endParaRPr lang="en-US" sz="1500" b="0" u="none" strike="noStrike">
              <a:solidFill>
                <a:srgbClr val="000000"/>
              </a:solidFill>
              <a:effectLst/>
              <a:uFillTx/>
              <a:latin typeface="Arial"/>
            </a:endParaRPr>
          </a:p>
          <a:p>
            <a:pPr marL="3024000" lvl="6" indent="-216000">
              <a:lnSpc>
                <a:spcPct val="100000"/>
              </a:lnSpc>
              <a:spcAft>
                <a:spcPts val="213"/>
              </a:spcAft>
              <a:buClr>
                <a:srgbClr val="2c3e50"/>
              </a:buClr>
              <a:buSzPct val="45000"/>
              <a:buFont typeface="Wingdings" charset="2"/>
              <a:buChar char=""/>
            </a:pPr>
            <a:r>
              <a:rPr lang="en-US" sz="1500" b="0" u="none" strike="noStrike">
                <a:solidFill>
                  <a:srgbClr val="2c3e50"/>
                </a:solidFill>
                <a:effectLst/>
                <a:uFillTx/>
                <a:latin typeface="Noto Sans"/>
              </a:rPr>
              <a:t>Seventh Outline Level</a:t>
            </a:r>
            <a:endParaRPr lang="en-US" sz="1500" b="0" u="none" strike="noStrike">
              <a:solidFill>
                <a:srgbClr val="000000"/>
              </a:solidFill>
              <a:effectLst/>
              <a:uFillTx/>
              <a:latin typeface="Arial"/>
            </a:endParaRPr>
          </a:p>
        </p:txBody>
      </p:sp>
      <p:sp>
        <p:nvSpPr>
          <p:cNvPr id="7" name="PlaceHolder 3"/>
          <p:cNvSpPr>
            <a:spLocks noGrp="1"/>
          </p:cNvSpPr>
          <p:nvPr>
            <p:ph type="dt" idx="1"/>
          </p:nvPr>
        </p:nvSpPr>
        <p:spPr>
          <a:xfrm>
            <a:off x="360000" y="5400000"/>
            <a:ext cx="2879640" cy="311400"/>
          </a:xfrm>
          <a:prstGeom prst="rect">
            <a:avLst/>
          </a:prstGeom>
          <a:noFill/>
          <a:ln w="72000">
            <a:noFill/>
          </a:ln>
        </p:spPr>
        <p:txBody>
          <a:bodyPr lIns="0" rIns="0" tIns="0" bIns="0" anchor="t">
            <a:spAutoFit/>
          </a:bodyPr>
          <a:lstStyle>
            <a:lvl1pPr indent="0">
              <a:lnSpc>
                <a:spcPct val="100000"/>
              </a:lnSpc>
              <a:buNone/>
              <a:tabLst>
                <a:tab algn="l" pos="0"/>
              </a:tabLst>
              <a:defRPr lang="en-US" sz="1800" b="1" u="none" strike="noStrike">
                <a:solidFill>
                  <a:srgbClr val="ffffff"/>
                </a:solidFill>
                <a:effectLst/>
                <a:uFillTx/>
                <a:latin typeface="Noto Sans"/>
              </a:defRPr>
            </a:lvl1pPr>
          </a:lstStyle>
          <a:p>
            <a:pPr indent="0">
              <a:lnSpc>
                <a:spcPct val="100000"/>
              </a:lnSpc>
              <a:buNone/>
              <a:tabLst>
                <a:tab algn="l" pos="0"/>
              </a:tabLst>
            </a:pPr>
            <a:r>
              <a:rPr lang="en-US" sz="1800" b="1" u="none" strike="noStrike">
                <a:solidFill>
                  <a:srgbClr val="ffffff"/>
                </a:solidFill>
                <a:effectLst/>
                <a:uFillTx/>
                <a:latin typeface="Noto Sans"/>
              </a:rPr>
              <a:t>&lt;date/time&gt;</a:t>
            </a:r>
            <a:endParaRPr lang="en-US" sz="1800" b="0" u="none" strike="noStrike">
              <a:solidFill>
                <a:srgbClr val="000000"/>
              </a:solidFill>
              <a:effectLst/>
              <a:uFillTx/>
              <a:latin typeface="Times New Roman"/>
            </a:endParaRPr>
          </a:p>
        </p:txBody>
      </p:sp>
      <p:sp>
        <p:nvSpPr>
          <p:cNvPr id="8" name="PlaceHolder 4"/>
          <p:cNvSpPr>
            <a:spLocks noGrp="1"/>
          </p:cNvSpPr>
          <p:nvPr>
            <p:ph type="ftr" idx="2"/>
          </p:nvPr>
        </p:nvSpPr>
        <p:spPr>
          <a:xfrm>
            <a:off x="3420000" y="5400000"/>
            <a:ext cx="3239640" cy="311400"/>
          </a:xfrm>
          <a:prstGeom prst="rect">
            <a:avLst/>
          </a:prstGeom>
          <a:noFill/>
          <a:ln w="72000">
            <a:noFill/>
          </a:ln>
        </p:spPr>
        <p:txBody>
          <a:bodyPr lIns="0" rIns="0" tIns="0" bIns="0" anchor="t">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r>
              <a:rPr lang="en-US" sz="1800" b="1" u="none" strike="noStrike">
                <a:solidFill>
                  <a:srgbClr val="ffffff"/>
                </a:solidFill>
                <a:effectLst/>
                <a:uFillTx/>
                <a:latin typeface="Noto Sans"/>
              </a:rPr>
              <a:t>&lt;footer&gt;</a:t>
            </a:r>
            <a:endParaRPr lang="en-US" sz="1800" b="0" u="none" strike="noStrike">
              <a:solidFill>
                <a:srgbClr val="000000"/>
              </a:solidFill>
              <a:effectLst/>
              <a:uFillTx/>
              <a:latin typeface="Times New Roman"/>
            </a:endParaRPr>
          </a:p>
        </p:txBody>
      </p:sp>
      <p:sp>
        <p:nvSpPr>
          <p:cNvPr id="9" name="PlaceHolder 5"/>
          <p:cNvSpPr>
            <a:spLocks noGrp="1"/>
          </p:cNvSpPr>
          <p:nvPr>
            <p:ph type="sldNum" idx="3"/>
          </p:nvPr>
        </p:nvSpPr>
        <p:spPr>
          <a:xfrm>
            <a:off x="9180000" y="5262480"/>
            <a:ext cx="719640" cy="274680"/>
          </a:xfrm>
          <a:prstGeom prst="rect">
            <a:avLst/>
          </a:prstGeom>
          <a:noFill/>
          <a:ln w="72000">
            <a:noFill/>
          </a:ln>
        </p:spPr>
        <p:txBody>
          <a:bodyPr lIns="0" rIns="0" tIns="0" bIns="0" anchor="ctr">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fld id="{81728850-7206-45C6-9932-2CCEEF04BD62}" type="slidenum">
              <a:rPr lang="en-US" sz="1800" b="1" u="none" strike="noStrike">
                <a:solidFill>
                  <a:srgbClr val="ffffff"/>
                </a:solidFill>
                <a:effectLst/>
                <a:uFillTx/>
                <a:latin typeface="Noto Sans"/>
              </a:rPr>
              <a:t>&lt;number&gt;</a:t>
            </a:fld>
            <a:endParaRPr lang="en-US" sz="18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Midnightblue1">
    <p:spTree>
      <p:nvGrpSpPr>
        <p:cNvPr id="1" name=""/>
        <p:cNvGrpSpPr/>
        <p:nvPr/>
      </p:nvGrpSpPr>
      <p:grpSpPr>
        <a:xfrm>
          <a:off x="0" y="0"/>
          <a:ext cx="0" cy="0"/>
          <a:chOff x="0" y="0"/>
          <a:chExt cx="0" cy="0"/>
        </a:xfrm>
      </p:grpSpPr>
      <p:sp>
        <p:nvSpPr>
          <p:cNvPr id="10" name=""/>
          <p:cNvSpPr/>
          <p:nvPr/>
        </p:nvSpPr>
        <p:spPr>
          <a:xfrm>
            <a:off x="0" y="0"/>
            <a:ext cx="10079640" cy="5669640"/>
          </a:xfrm>
          <a:prstGeom prst="rect">
            <a:avLst/>
          </a:prstGeom>
          <a:solidFill>
            <a:srgbClr val="2c3e50"/>
          </a:solidFill>
          <a:ln w="0">
            <a:no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11" name=""/>
          <p:cNvSpPr/>
          <p:nvPr/>
        </p:nvSpPr>
        <p:spPr>
          <a:xfrm>
            <a:off x="0" y="0"/>
            <a:ext cx="10079640" cy="3779640"/>
          </a:xfrm>
          <a:prstGeom prst="rect">
            <a:avLst/>
          </a:prstGeom>
          <a:solidFill>
            <a:srgbClr val="1abc9c"/>
          </a:solidFill>
          <a:ln w="0">
            <a:solidFill>
              <a:srgbClr val="1abc9c"/>
            </a:solid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12" name="PlaceHolder 1"/>
          <p:cNvSpPr>
            <a:spLocks noGrp="1"/>
          </p:cNvSpPr>
          <p:nvPr>
            <p:ph type="title"/>
          </p:nvPr>
        </p:nvSpPr>
        <p:spPr>
          <a:xfrm>
            <a:off x="360000" y="2835000"/>
            <a:ext cx="9359640" cy="718560"/>
          </a:xfrm>
          <a:prstGeom prst="rect">
            <a:avLst/>
          </a:prstGeom>
          <a:noFill/>
          <a:ln w="0">
            <a:noFill/>
          </a:ln>
        </p:spPr>
        <p:txBody>
          <a:bodyPr lIns="0" rIns="0" tIns="0" bIns="0" anchor="ctr" anchorCtr="1">
            <a:noAutofit/>
          </a:bodyPr>
          <a:p>
            <a:pPr indent="0" algn="ctr">
              <a:lnSpc>
                <a:spcPct val="100000"/>
              </a:lnSpc>
              <a:buNone/>
              <a:tabLst>
                <a:tab algn="l" pos="0"/>
              </a:tabLst>
            </a:pPr>
            <a:r>
              <a:rPr lang="en-US" sz="3200" b="1" u="none" strike="noStrike">
                <a:solidFill>
                  <a:srgbClr val="ffffff"/>
                </a:solidFill>
                <a:effectLst/>
                <a:uFillTx/>
                <a:latin typeface="Noto Sans"/>
              </a:rPr>
              <a:t>Click to edit the title text format</a:t>
            </a:r>
            <a:endParaRPr lang="en-US" sz="3200" b="0" u="none" strike="noStrike">
              <a:solidFill>
                <a:srgbClr val="000000"/>
              </a:solidFill>
              <a:effectLst/>
              <a:uFillTx/>
              <a:latin typeface="Arial"/>
            </a:endParaRPr>
          </a:p>
        </p:txBody>
      </p:sp>
      <p:sp>
        <p:nvSpPr>
          <p:cNvPr id="13" name="PlaceHolder 2"/>
          <p:cNvSpPr>
            <a:spLocks noGrp="1"/>
          </p:cNvSpPr>
          <p:nvPr>
            <p:ph type="body"/>
          </p:nvPr>
        </p:nvSpPr>
        <p:spPr>
          <a:xfrm>
            <a:off x="360000" y="3915000"/>
            <a:ext cx="9359640" cy="1484640"/>
          </a:xfrm>
          <a:prstGeom prst="rect">
            <a:avLst/>
          </a:prstGeom>
          <a:noFill/>
          <a:ln w="0">
            <a:noFill/>
          </a:ln>
        </p:spPr>
        <p:txBody>
          <a:bodyPr lIns="0" rIns="0" tIns="0" bIns="0" anchor="t">
            <a:normAutofit fontScale="85000" lnSpcReduction="19999"/>
          </a:bodyPr>
          <a:p>
            <a:pPr marL="432000" indent="0">
              <a:lnSpc>
                <a:spcPct val="100000"/>
              </a:lnSpc>
              <a:spcAft>
                <a:spcPts val="655"/>
              </a:spcAft>
              <a:buNone/>
              <a:tabLst>
                <a:tab algn="l" pos="0"/>
              </a:tabLst>
            </a:pPr>
            <a:r>
              <a:rPr lang="en-US" sz="1500" b="0" u="none" strike="noStrike">
                <a:solidFill>
                  <a:srgbClr val="ffffff"/>
                </a:solidFill>
                <a:effectLst/>
                <a:uFillTx/>
                <a:latin typeface="Noto Sans"/>
              </a:rPr>
              <a:t>Click to edit the outline text format</a:t>
            </a:r>
            <a:endParaRPr lang="en-US" sz="1500" b="0" u="none" strike="noStrike">
              <a:solidFill>
                <a:srgbClr val="000000"/>
              </a:solidFill>
              <a:effectLst/>
              <a:uFillTx/>
              <a:latin typeface="Arial"/>
            </a:endParaRPr>
          </a:p>
          <a:p>
            <a:pPr marL="864000" indent="0">
              <a:lnSpc>
                <a:spcPct val="100000"/>
              </a:lnSpc>
              <a:spcAft>
                <a:spcPts val="850"/>
              </a:spcAft>
              <a:buNone/>
              <a:tabLst>
                <a:tab algn="l" pos="0"/>
              </a:tabLst>
            </a:pPr>
            <a:r>
              <a:rPr lang="en-US" sz="1500" b="0" u="none" strike="noStrike">
                <a:solidFill>
                  <a:srgbClr val="ffffff"/>
                </a:solidFill>
                <a:effectLst/>
                <a:uFillTx/>
                <a:latin typeface="Noto Sans"/>
              </a:rPr>
              <a:t>Second Outline Level</a:t>
            </a:r>
            <a:endParaRPr lang="en-US" sz="1500" b="0" u="none" strike="noStrike">
              <a:solidFill>
                <a:srgbClr val="000000"/>
              </a:solidFill>
              <a:effectLst/>
              <a:uFillTx/>
              <a:latin typeface="Arial"/>
            </a:endParaRPr>
          </a:p>
          <a:p>
            <a:pPr marL="1296000" indent="0">
              <a:lnSpc>
                <a:spcPct val="100000"/>
              </a:lnSpc>
              <a:spcAft>
                <a:spcPts val="635"/>
              </a:spcAft>
              <a:buNone/>
              <a:tabLst>
                <a:tab algn="l" pos="0"/>
              </a:tabLst>
            </a:pPr>
            <a:r>
              <a:rPr lang="en-US" sz="1500" b="0" u="none" strike="noStrike">
                <a:solidFill>
                  <a:srgbClr val="ffffff"/>
                </a:solidFill>
                <a:effectLst/>
                <a:uFillTx/>
                <a:latin typeface="Noto Sans"/>
              </a:rPr>
              <a:t>Third Outline Level</a:t>
            </a:r>
            <a:endParaRPr lang="en-US" sz="1500" b="0" u="none" strike="noStrike">
              <a:solidFill>
                <a:srgbClr val="000000"/>
              </a:solidFill>
              <a:effectLst/>
              <a:uFillTx/>
              <a:latin typeface="Arial"/>
            </a:endParaRPr>
          </a:p>
          <a:p>
            <a:pPr marL="1728000" indent="0">
              <a:lnSpc>
                <a:spcPct val="100000"/>
              </a:lnSpc>
              <a:spcAft>
                <a:spcPts val="425"/>
              </a:spcAft>
              <a:buNone/>
              <a:tabLst>
                <a:tab algn="l" pos="0"/>
              </a:tabLst>
            </a:pPr>
            <a:r>
              <a:rPr lang="en-US" sz="1500" b="0" u="none" strike="noStrike">
                <a:solidFill>
                  <a:srgbClr val="ffffff"/>
                </a:solidFill>
                <a:effectLst/>
                <a:uFillTx/>
                <a:latin typeface="Noto Sans"/>
              </a:rPr>
              <a:t>Fourth Outline Level</a:t>
            </a:r>
            <a:endParaRPr lang="en-US" sz="1500" b="0" u="none" strike="noStrike">
              <a:solidFill>
                <a:srgbClr val="000000"/>
              </a:solidFill>
              <a:effectLst/>
              <a:uFillTx/>
              <a:latin typeface="Arial"/>
            </a:endParaRPr>
          </a:p>
          <a:p>
            <a:pPr marL="2160000" indent="0">
              <a:lnSpc>
                <a:spcPct val="100000"/>
              </a:lnSpc>
              <a:spcAft>
                <a:spcPts val="213"/>
              </a:spcAft>
              <a:buNone/>
              <a:tabLst>
                <a:tab algn="l" pos="0"/>
              </a:tabLst>
            </a:pPr>
            <a:r>
              <a:rPr lang="en-US" sz="1500" b="0" u="none" strike="noStrike">
                <a:solidFill>
                  <a:srgbClr val="ffffff"/>
                </a:solidFill>
                <a:effectLst/>
                <a:uFillTx/>
                <a:latin typeface="Noto Sans"/>
              </a:rPr>
              <a:t>Fifth Outline Level</a:t>
            </a:r>
            <a:endParaRPr lang="en-US" sz="1500" b="0" u="none" strike="noStrike">
              <a:solidFill>
                <a:srgbClr val="000000"/>
              </a:solidFill>
              <a:effectLst/>
              <a:uFillTx/>
              <a:latin typeface="Arial"/>
            </a:endParaRPr>
          </a:p>
          <a:p>
            <a:pPr marL="2592000" indent="0">
              <a:lnSpc>
                <a:spcPct val="100000"/>
              </a:lnSpc>
              <a:spcAft>
                <a:spcPts val="213"/>
              </a:spcAft>
              <a:buNone/>
              <a:tabLst>
                <a:tab algn="l" pos="0"/>
              </a:tabLst>
            </a:pPr>
            <a:r>
              <a:rPr lang="en-US" sz="1500" b="0" u="none" strike="noStrike">
                <a:solidFill>
                  <a:srgbClr val="ffffff"/>
                </a:solidFill>
                <a:effectLst/>
                <a:uFillTx/>
                <a:latin typeface="Noto Sans"/>
              </a:rPr>
              <a:t>Sixth Outline Level</a:t>
            </a:r>
            <a:endParaRPr lang="en-US" sz="1500" b="0" u="none" strike="noStrike">
              <a:solidFill>
                <a:srgbClr val="000000"/>
              </a:solidFill>
              <a:effectLst/>
              <a:uFillTx/>
              <a:latin typeface="Arial"/>
            </a:endParaRPr>
          </a:p>
          <a:p>
            <a:pPr marL="3024000" indent="0">
              <a:lnSpc>
                <a:spcPct val="100000"/>
              </a:lnSpc>
              <a:spcAft>
                <a:spcPts val="213"/>
              </a:spcAft>
              <a:buNone/>
              <a:tabLst>
                <a:tab algn="l" pos="0"/>
              </a:tabLst>
            </a:pPr>
            <a:r>
              <a:rPr lang="en-US" sz="1500" b="0" u="none" strike="noStrike">
                <a:solidFill>
                  <a:srgbClr val="ffffff"/>
                </a:solidFill>
                <a:effectLst/>
                <a:uFillTx/>
                <a:latin typeface="Noto Sans"/>
              </a:rPr>
              <a:t>Seventh Outline Level</a:t>
            </a:r>
            <a:endParaRPr lang="en-US" sz="1500" b="0" u="none" strike="noStrike">
              <a:solidFill>
                <a:srgbClr val="000000"/>
              </a:solidFill>
              <a:effectLst/>
              <a:uFillTx/>
              <a:latin typeface="Arial"/>
            </a:endParaRPr>
          </a:p>
        </p:txBody>
      </p:sp>
      <p:sp>
        <p:nvSpPr>
          <p:cNvPr id="14" name="PlaceHolder 3"/>
          <p:cNvSpPr>
            <a:spLocks noGrp="1"/>
          </p:cNvSpPr>
          <p:nvPr>
            <p:ph type="dt" idx="4"/>
          </p:nvPr>
        </p:nvSpPr>
        <p:spPr>
          <a:xfrm>
            <a:off x="360000" y="5400000"/>
            <a:ext cx="2879640" cy="311400"/>
          </a:xfrm>
          <a:prstGeom prst="rect">
            <a:avLst/>
          </a:prstGeom>
          <a:noFill/>
          <a:ln w="72000">
            <a:noFill/>
          </a:ln>
        </p:spPr>
        <p:txBody>
          <a:bodyPr lIns="0" rIns="0" tIns="0" bIns="0" anchor="t">
            <a:spAutoFit/>
          </a:bodyPr>
          <a:lstStyle>
            <a:lvl1pPr indent="0">
              <a:lnSpc>
                <a:spcPct val="100000"/>
              </a:lnSpc>
              <a:buNone/>
              <a:tabLst>
                <a:tab algn="l" pos="0"/>
              </a:tabLst>
              <a:defRPr lang="en-US" sz="1800" b="1" u="none" strike="noStrike">
                <a:solidFill>
                  <a:srgbClr val="ffffff"/>
                </a:solidFill>
                <a:effectLst/>
                <a:uFillTx/>
                <a:latin typeface="Noto Sans"/>
              </a:defRPr>
            </a:lvl1pPr>
          </a:lstStyle>
          <a:p>
            <a:pPr indent="0">
              <a:lnSpc>
                <a:spcPct val="100000"/>
              </a:lnSpc>
              <a:buNone/>
              <a:tabLst>
                <a:tab algn="l" pos="0"/>
              </a:tabLst>
            </a:pPr>
            <a:r>
              <a:rPr lang="en-US" sz="1800" b="1" u="none" strike="noStrike">
                <a:solidFill>
                  <a:srgbClr val="ffffff"/>
                </a:solidFill>
                <a:effectLst/>
                <a:uFillTx/>
                <a:latin typeface="Noto Sans"/>
              </a:rPr>
              <a:t>&lt;date/time&gt;</a:t>
            </a:r>
            <a:endParaRPr lang="en-US" sz="1800" b="0" u="none" strike="noStrike">
              <a:solidFill>
                <a:srgbClr val="000000"/>
              </a:solidFill>
              <a:effectLst/>
              <a:uFillTx/>
              <a:latin typeface="Times New Roman"/>
            </a:endParaRPr>
          </a:p>
        </p:txBody>
      </p:sp>
      <p:sp>
        <p:nvSpPr>
          <p:cNvPr id="15" name="PlaceHolder 4"/>
          <p:cNvSpPr>
            <a:spLocks noGrp="1"/>
          </p:cNvSpPr>
          <p:nvPr>
            <p:ph type="ftr" idx="5"/>
          </p:nvPr>
        </p:nvSpPr>
        <p:spPr>
          <a:xfrm>
            <a:off x="3420000" y="5400000"/>
            <a:ext cx="3239640" cy="311400"/>
          </a:xfrm>
          <a:prstGeom prst="rect">
            <a:avLst/>
          </a:prstGeom>
          <a:noFill/>
          <a:ln w="72000">
            <a:noFill/>
          </a:ln>
        </p:spPr>
        <p:txBody>
          <a:bodyPr lIns="0" rIns="0" tIns="0" bIns="0" anchor="t">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r>
              <a:rPr lang="en-US" sz="1800" b="1" u="none" strike="noStrike">
                <a:solidFill>
                  <a:srgbClr val="ffffff"/>
                </a:solidFill>
                <a:effectLst/>
                <a:uFillTx/>
                <a:latin typeface="Noto Sans"/>
              </a:rPr>
              <a:t>&lt;footer&gt;</a:t>
            </a:r>
            <a:endParaRPr lang="en-US" sz="1800" b="0" u="none" strike="noStrike">
              <a:solidFill>
                <a:srgbClr val="000000"/>
              </a:solidFill>
              <a:effectLst/>
              <a:uFillTx/>
              <a:latin typeface="Times New Roman"/>
            </a:endParaRPr>
          </a:p>
        </p:txBody>
      </p:sp>
      <p:sp>
        <p:nvSpPr>
          <p:cNvPr id="16" name="PlaceHolder 5"/>
          <p:cNvSpPr>
            <a:spLocks noGrp="1"/>
          </p:cNvSpPr>
          <p:nvPr>
            <p:ph type="sldNum" idx="6"/>
          </p:nvPr>
        </p:nvSpPr>
        <p:spPr>
          <a:xfrm>
            <a:off x="9180000" y="5262480"/>
            <a:ext cx="719640" cy="274680"/>
          </a:xfrm>
          <a:prstGeom prst="rect">
            <a:avLst/>
          </a:prstGeom>
          <a:noFill/>
          <a:ln w="72000">
            <a:noFill/>
          </a:ln>
        </p:spPr>
        <p:txBody>
          <a:bodyPr lIns="0" rIns="0" tIns="0" bIns="0" anchor="ctr">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fld id="{D5D3702C-2B19-43C2-9375-A1F02AE19C1A}" type="slidenum">
              <a:rPr lang="en-US" sz="1800" b="1" u="none" strike="noStrike">
                <a:solidFill>
                  <a:srgbClr val="ffffff"/>
                </a:solidFill>
                <a:effectLst/>
                <a:uFillTx/>
                <a:latin typeface="Noto Sans"/>
              </a:rPr>
              <a:t>&lt;number&gt;</a:t>
            </a:fld>
            <a:endParaRPr lang="en-US" sz="18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7" name=""/>
          <p:cNvSpPr/>
          <p:nvPr/>
        </p:nvSpPr>
        <p:spPr>
          <a:xfrm>
            <a:off x="0" y="0"/>
            <a:ext cx="10079640" cy="5669640"/>
          </a:xfrm>
          <a:prstGeom prst="rect">
            <a:avLst/>
          </a:prstGeom>
          <a:solidFill>
            <a:srgbClr val="2c3e50"/>
          </a:solidFill>
          <a:ln w="0">
            <a:no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18" name=""/>
          <p:cNvSpPr/>
          <p:nvPr/>
        </p:nvSpPr>
        <p:spPr>
          <a:xfrm>
            <a:off x="0" y="0"/>
            <a:ext cx="10079640" cy="3779640"/>
          </a:xfrm>
          <a:prstGeom prst="rect">
            <a:avLst/>
          </a:prstGeom>
          <a:solidFill>
            <a:srgbClr val="1abc9c"/>
          </a:solidFill>
          <a:ln w="0">
            <a:solidFill>
              <a:srgbClr val="1abc9c"/>
            </a:solid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19" name="PlaceHolder 1"/>
          <p:cNvSpPr>
            <a:spLocks noGrp="1"/>
          </p:cNvSpPr>
          <p:nvPr>
            <p:ph type="title"/>
          </p:nvPr>
        </p:nvSpPr>
        <p:spPr>
          <a:xfrm>
            <a:off x="360000" y="2835000"/>
            <a:ext cx="9359640" cy="718560"/>
          </a:xfrm>
          <a:prstGeom prst="rect">
            <a:avLst/>
          </a:prstGeom>
          <a:noFill/>
          <a:ln w="0">
            <a:noFill/>
          </a:ln>
        </p:spPr>
        <p:txBody>
          <a:bodyPr lIns="0" rIns="0" tIns="0" bIns="0" anchor="ctr" anchorCtr="1">
            <a:noAutofit/>
          </a:bodyPr>
          <a:p>
            <a:pPr indent="0" algn="ctr">
              <a:lnSpc>
                <a:spcPct val="100000"/>
              </a:lnSpc>
              <a:buNone/>
              <a:tabLst>
                <a:tab algn="l" pos="0"/>
              </a:tabLst>
            </a:pPr>
            <a:r>
              <a:rPr lang="en-US" sz="3200" b="1" u="none" strike="noStrike">
                <a:solidFill>
                  <a:srgbClr val="ffffff"/>
                </a:solidFill>
                <a:effectLst/>
                <a:uFillTx/>
                <a:latin typeface="Noto Sans"/>
              </a:rPr>
              <a:t>Click to edit the title text format</a:t>
            </a:r>
            <a:endParaRPr lang="en-US" sz="3200" b="0" u="none" strike="noStrike">
              <a:solidFill>
                <a:srgbClr val="000000"/>
              </a:solidFill>
              <a:effectLst/>
              <a:uFillTx/>
              <a:latin typeface="Arial"/>
            </a:endParaRPr>
          </a:p>
        </p:txBody>
      </p:sp>
      <p:sp>
        <p:nvSpPr>
          <p:cNvPr id="20" name="PlaceHolder 2"/>
          <p:cNvSpPr>
            <a:spLocks noGrp="1"/>
          </p:cNvSpPr>
          <p:nvPr>
            <p:ph type="body"/>
          </p:nvPr>
        </p:nvSpPr>
        <p:spPr>
          <a:xfrm>
            <a:off x="360000" y="3915000"/>
            <a:ext cx="9359640" cy="1484640"/>
          </a:xfrm>
          <a:prstGeom prst="rect">
            <a:avLst/>
          </a:prstGeom>
          <a:noFill/>
          <a:ln w="0">
            <a:noFill/>
          </a:ln>
        </p:spPr>
        <p:txBody>
          <a:bodyPr lIns="0" rIns="0" tIns="0" bIns="0" anchor="t">
            <a:normAutofit fontScale="85000" lnSpcReduction="19999"/>
          </a:bodyPr>
          <a:p>
            <a:pPr marL="432000" indent="0">
              <a:lnSpc>
                <a:spcPct val="100000"/>
              </a:lnSpc>
              <a:spcAft>
                <a:spcPts val="655"/>
              </a:spcAft>
              <a:buNone/>
              <a:tabLst>
                <a:tab algn="l" pos="0"/>
              </a:tabLst>
            </a:pPr>
            <a:r>
              <a:rPr lang="en-US" sz="1500" b="0" u="none" strike="noStrike">
                <a:solidFill>
                  <a:srgbClr val="ffffff"/>
                </a:solidFill>
                <a:effectLst/>
                <a:uFillTx/>
                <a:latin typeface="Noto Sans"/>
              </a:rPr>
              <a:t>Click to edit the outline text format</a:t>
            </a:r>
            <a:endParaRPr lang="en-US" sz="1500" b="0" u="none" strike="noStrike">
              <a:solidFill>
                <a:srgbClr val="000000"/>
              </a:solidFill>
              <a:effectLst/>
              <a:uFillTx/>
              <a:latin typeface="Arial"/>
            </a:endParaRPr>
          </a:p>
          <a:p>
            <a:pPr marL="864000" indent="0">
              <a:lnSpc>
                <a:spcPct val="100000"/>
              </a:lnSpc>
              <a:spcAft>
                <a:spcPts val="850"/>
              </a:spcAft>
              <a:buNone/>
              <a:tabLst>
                <a:tab algn="l" pos="0"/>
              </a:tabLst>
            </a:pPr>
            <a:r>
              <a:rPr lang="en-US" sz="1500" b="0" u="none" strike="noStrike">
                <a:solidFill>
                  <a:srgbClr val="ffffff"/>
                </a:solidFill>
                <a:effectLst/>
                <a:uFillTx/>
                <a:latin typeface="Noto Sans"/>
              </a:rPr>
              <a:t>Second Outline Level</a:t>
            </a:r>
            <a:endParaRPr lang="en-US" sz="1500" b="0" u="none" strike="noStrike">
              <a:solidFill>
                <a:srgbClr val="000000"/>
              </a:solidFill>
              <a:effectLst/>
              <a:uFillTx/>
              <a:latin typeface="Arial"/>
            </a:endParaRPr>
          </a:p>
          <a:p>
            <a:pPr marL="1296000" indent="0">
              <a:lnSpc>
                <a:spcPct val="100000"/>
              </a:lnSpc>
              <a:spcAft>
                <a:spcPts val="635"/>
              </a:spcAft>
              <a:buNone/>
              <a:tabLst>
                <a:tab algn="l" pos="0"/>
              </a:tabLst>
            </a:pPr>
            <a:r>
              <a:rPr lang="en-US" sz="1500" b="0" u="none" strike="noStrike">
                <a:solidFill>
                  <a:srgbClr val="ffffff"/>
                </a:solidFill>
                <a:effectLst/>
                <a:uFillTx/>
                <a:latin typeface="Noto Sans"/>
              </a:rPr>
              <a:t>Third Outline Level</a:t>
            </a:r>
            <a:endParaRPr lang="en-US" sz="1500" b="0" u="none" strike="noStrike">
              <a:solidFill>
                <a:srgbClr val="000000"/>
              </a:solidFill>
              <a:effectLst/>
              <a:uFillTx/>
              <a:latin typeface="Arial"/>
            </a:endParaRPr>
          </a:p>
          <a:p>
            <a:pPr marL="1728000" indent="0">
              <a:lnSpc>
                <a:spcPct val="100000"/>
              </a:lnSpc>
              <a:spcAft>
                <a:spcPts val="425"/>
              </a:spcAft>
              <a:buNone/>
              <a:tabLst>
                <a:tab algn="l" pos="0"/>
              </a:tabLst>
            </a:pPr>
            <a:r>
              <a:rPr lang="en-US" sz="1500" b="0" u="none" strike="noStrike">
                <a:solidFill>
                  <a:srgbClr val="ffffff"/>
                </a:solidFill>
                <a:effectLst/>
                <a:uFillTx/>
                <a:latin typeface="Noto Sans"/>
              </a:rPr>
              <a:t>Fourth Outline Level</a:t>
            </a:r>
            <a:endParaRPr lang="en-US" sz="1500" b="0" u="none" strike="noStrike">
              <a:solidFill>
                <a:srgbClr val="000000"/>
              </a:solidFill>
              <a:effectLst/>
              <a:uFillTx/>
              <a:latin typeface="Arial"/>
            </a:endParaRPr>
          </a:p>
          <a:p>
            <a:pPr marL="2160000" indent="0">
              <a:lnSpc>
                <a:spcPct val="100000"/>
              </a:lnSpc>
              <a:spcAft>
                <a:spcPts val="213"/>
              </a:spcAft>
              <a:buNone/>
              <a:tabLst>
                <a:tab algn="l" pos="0"/>
              </a:tabLst>
            </a:pPr>
            <a:r>
              <a:rPr lang="en-US" sz="1500" b="0" u="none" strike="noStrike">
                <a:solidFill>
                  <a:srgbClr val="ffffff"/>
                </a:solidFill>
                <a:effectLst/>
                <a:uFillTx/>
                <a:latin typeface="Noto Sans"/>
              </a:rPr>
              <a:t>Fifth Outline Level</a:t>
            </a:r>
            <a:endParaRPr lang="en-US" sz="1500" b="0" u="none" strike="noStrike">
              <a:solidFill>
                <a:srgbClr val="000000"/>
              </a:solidFill>
              <a:effectLst/>
              <a:uFillTx/>
              <a:latin typeface="Arial"/>
            </a:endParaRPr>
          </a:p>
          <a:p>
            <a:pPr marL="2592000" indent="0">
              <a:lnSpc>
                <a:spcPct val="100000"/>
              </a:lnSpc>
              <a:spcAft>
                <a:spcPts val="213"/>
              </a:spcAft>
              <a:buNone/>
              <a:tabLst>
                <a:tab algn="l" pos="0"/>
              </a:tabLst>
            </a:pPr>
            <a:r>
              <a:rPr lang="en-US" sz="1500" b="0" u="none" strike="noStrike">
                <a:solidFill>
                  <a:srgbClr val="ffffff"/>
                </a:solidFill>
                <a:effectLst/>
                <a:uFillTx/>
                <a:latin typeface="Noto Sans"/>
              </a:rPr>
              <a:t>Sixth Outline Level</a:t>
            </a:r>
            <a:endParaRPr lang="en-US" sz="1500" b="0" u="none" strike="noStrike">
              <a:solidFill>
                <a:srgbClr val="000000"/>
              </a:solidFill>
              <a:effectLst/>
              <a:uFillTx/>
              <a:latin typeface="Arial"/>
            </a:endParaRPr>
          </a:p>
          <a:p>
            <a:pPr marL="3024000" indent="0">
              <a:lnSpc>
                <a:spcPct val="100000"/>
              </a:lnSpc>
              <a:spcAft>
                <a:spcPts val="213"/>
              </a:spcAft>
              <a:buNone/>
              <a:tabLst>
                <a:tab algn="l" pos="0"/>
              </a:tabLst>
            </a:pPr>
            <a:r>
              <a:rPr lang="en-US" sz="1500" b="0" u="none" strike="noStrike">
                <a:solidFill>
                  <a:srgbClr val="ffffff"/>
                </a:solidFill>
                <a:effectLst/>
                <a:uFillTx/>
                <a:latin typeface="Noto Sans"/>
              </a:rPr>
              <a:t>Seventh Outline Level</a:t>
            </a:r>
            <a:endParaRPr lang="en-US" sz="1500" b="0" u="none" strike="noStrike">
              <a:solidFill>
                <a:srgbClr val="000000"/>
              </a:solidFill>
              <a:effectLst/>
              <a:uFillTx/>
              <a:latin typeface="Arial"/>
            </a:endParaRPr>
          </a:p>
        </p:txBody>
      </p:sp>
      <p:sp>
        <p:nvSpPr>
          <p:cNvPr id="21" name="PlaceHolder 3"/>
          <p:cNvSpPr>
            <a:spLocks noGrp="1"/>
          </p:cNvSpPr>
          <p:nvPr>
            <p:ph type="dt" idx="7"/>
          </p:nvPr>
        </p:nvSpPr>
        <p:spPr>
          <a:xfrm>
            <a:off x="360000" y="5400000"/>
            <a:ext cx="2879640" cy="311400"/>
          </a:xfrm>
          <a:prstGeom prst="rect">
            <a:avLst/>
          </a:prstGeom>
          <a:noFill/>
          <a:ln w="72000">
            <a:noFill/>
          </a:ln>
        </p:spPr>
        <p:txBody>
          <a:bodyPr lIns="0" rIns="0" tIns="0" bIns="0" anchor="t">
            <a:spAutoFit/>
          </a:bodyPr>
          <a:lstStyle>
            <a:lvl1pPr indent="0">
              <a:lnSpc>
                <a:spcPct val="100000"/>
              </a:lnSpc>
              <a:buNone/>
              <a:tabLst>
                <a:tab algn="l" pos="0"/>
              </a:tabLst>
              <a:defRPr lang="en-US" sz="1800" b="1" u="none" strike="noStrike">
                <a:solidFill>
                  <a:srgbClr val="ffffff"/>
                </a:solidFill>
                <a:effectLst/>
                <a:uFillTx/>
                <a:latin typeface="Noto Sans"/>
              </a:defRPr>
            </a:lvl1pPr>
          </a:lstStyle>
          <a:p>
            <a:pPr indent="0">
              <a:lnSpc>
                <a:spcPct val="100000"/>
              </a:lnSpc>
              <a:buNone/>
              <a:tabLst>
                <a:tab algn="l" pos="0"/>
              </a:tabLst>
            </a:pPr>
            <a:r>
              <a:rPr lang="en-US" sz="1800" b="1" u="none" strike="noStrike">
                <a:solidFill>
                  <a:srgbClr val="ffffff"/>
                </a:solidFill>
                <a:effectLst/>
                <a:uFillTx/>
                <a:latin typeface="Noto Sans"/>
              </a:rPr>
              <a:t>&lt;date/time&gt;</a:t>
            </a:r>
            <a:endParaRPr lang="en-US" sz="1800" b="0" u="none" strike="noStrike">
              <a:solidFill>
                <a:srgbClr val="000000"/>
              </a:solidFill>
              <a:effectLst/>
              <a:uFillTx/>
              <a:latin typeface="Times New Roman"/>
            </a:endParaRPr>
          </a:p>
        </p:txBody>
      </p:sp>
      <p:sp>
        <p:nvSpPr>
          <p:cNvPr id="22" name="PlaceHolder 4"/>
          <p:cNvSpPr>
            <a:spLocks noGrp="1"/>
          </p:cNvSpPr>
          <p:nvPr>
            <p:ph type="ftr" idx="8"/>
          </p:nvPr>
        </p:nvSpPr>
        <p:spPr>
          <a:xfrm>
            <a:off x="3420000" y="5400000"/>
            <a:ext cx="3239640" cy="311400"/>
          </a:xfrm>
          <a:prstGeom prst="rect">
            <a:avLst/>
          </a:prstGeom>
          <a:noFill/>
          <a:ln w="72000">
            <a:noFill/>
          </a:ln>
        </p:spPr>
        <p:txBody>
          <a:bodyPr lIns="0" rIns="0" tIns="0" bIns="0" anchor="t">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r>
              <a:rPr lang="en-US" sz="1800" b="1" u="none" strike="noStrike">
                <a:solidFill>
                  <a:srgbClr val="ffffff"/>
                </a:solidFill>
                <a:effectLst/>
                <a:uFillTx/>
                <a:latin typeface="Noto Sans"/>
              </a:rPr>
              <a:t>&lt;footer&gt;</a:t>
            </a:r>
            <a:endParaRPr lang="en-US" sz="1800" b="0" u="none" strike="noStrike">
              <a:solidFill>
                <a:srgbClr val="000000"/>
              </a:solidFill>
              <a:effectLst/>
              <a:uFillTx/>
              <a:latin typeface="Times New Roman"/>
            </a:endParaRPr>
          </a:p>
        </p:txBody>
      </p:sp>
      <p:sp>
        <p:nvSpPr>
          <p:cNvPr id="23" name="PlaceHolder 5"/>
          <p:cNvSpPr>
            <a:spLocks noGrp="1"/>
          </p:cNvSpPr>
          <p:nvPr>
            <p:ph type="sldNum" idx="9"/>
          </p:nvPr>
        </p:nvSpPr>
        <p:spPr>
          <a:xfrm>
            <a:off x="9180000" y="5262480"/>
            <a:ext cx="719640" cy="274680"/>
          </a:xfrm>
          <a:prstGeom prst="rect">
            <a:avLst/>
          </a:prstGeom>
          <a:noFill/>
          <a:ln w="72000">
            <a:noFill/>
          </a:ln>
        </p:spPr>
        <p:txBody>
          <a:bodyPr lIns="0" rIns="0" tIns="0" bIns="0" anchor="ctr">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fld id="{3C61893A-E1DB-4454-9564-E5B25D170D3B}" type="slidenum">
              <a:rPr lang="en-US" sz="1800" b="1" u="none" strike="noStrike">
                <a:solidFill>
                  <a:srgbClr val="ffffff"/>
                </a:solidFill>
                <a:effectLst/>
                <a:uFillTx/>
                <a:latin typeface="Noto Sans"/>
              </a:rPr>
              <a:t>&lt;number&gt;</a:t>
            </a:fld>
            <a:endParaRPr lang="en-US" sz="1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Midnightblue2">
    <p:spTree>
      <p:nvGrpSpPr>
        <p:cNvPr id="1" name=""/>
        <p:cNvGrpSpPr/>
        <p:nvPr/>
      </p:nvGrpSpPr>
      <p:grpSpPr>
        <a:xfrm>
          <a:off x="0" y="0"/>
          <a:ext cx="0" cy="0"/>
          <a:chOff x="0" y="0"/>
          <a:chExt cx="0" cy="0"/>
        </a:xfrm>
      </p:grpSpPr>
      <p:sp>
        <p:nvSpPr>
          <p:cNvPr id="24" name=""/>
          <p:cNvSpPr/>
          <p:nvPr/>
        </p:nvSpPr>
        <p:spPr>
          <a:xfrm>
            <a:off x="0" y="0"/>
            <a:ext cx="10079640" cy="5669640"/>
          </a:xfrm>
          <a:prstGeom prst="rect">
            <a:avLst/>
          </a:prstGeom>
          <a:solidFill>
            <a:srgbClr val="2c3e50"/>
          </a:solidFill>
          <a:ln w="0">
            <a:noFill/>
          </a:ln>
        </p:spPr>
        <p:style>
          <a:lnRef idx="0"/>
          <a:fillRef idx="0"/>
          <a:effectRef idx="0"/>
          <a:fontRef idx="minor"/>
        </p:style>
        <p:txBody>
          <a:bodyPr wrap="none" lIns="0" rIns="0" tIns="0" bIns="0" anchor="t">
            <a:spAutoFit/>
          </a:bodyPr>
          <a:p>
            <a:pPr>
              <a:lnSpc>
                <a:spcPct val="100000"/>
              </a:lnSpc>
            </a:pPr>
            <a:endParaRPr lang="en-US" sz="1400" b="1" u="none" strike="noStrike">
              <a:solidFill>
                <a:srgbClr val="ffffff"/>
              </a:solidFill>
              <a:effectLst/>
              <a:uFillTx/>
              <a:latin typeface="Noto Sans"/>
              <a:ea typeface="DejaVu Sans"/>
            </a:endParaRPr>
          </a:p>
        </p:txBody>
      </p:sp>
      <p:sp>
        <p:nvSpPr>
          <p:cNvPr id="25" name=""/>
          <p:cNvSpPr/>
          <p:nvPr/>
        </p:nvSpPr>
        <p:spPr>
          <a:xfrm>
            <a:off x="2520000" y="1350000"/>
            <a:ext cx="5039640" cy="1889640"/>
          </a:xfrm>
          <a:prstGeom prst="wedgeRectCallout">
            <a:avLst>
              <a:gd name="adj1" fmla="val -34032"/>
              <a:gd name="adj2" fmla="val 132916"/>
            </a:avLst>
          </a:prstGeom>
          <a:solidFill>
            <a:srgbClr val="ffffff"/>
          </a:solidFill>
          <a:ln w="72000">
            <a:solidFill>
              <a:srgbClr val="1abc9c"/>
            </a:solidFill>
            <a:round/>
          </a:ln>
        </p:spPr>
        <p:style>
          <a:lnRef idx="0"/>
          <a:fillRef idx="0"/>
          <a:effectRef idx="0"/>
          <a:fontRef idx="minor"/>
        </p:style>
        <p:txBody>
          <a:bodyPr wrap="none" lIns="120600" rIns="120600" tIns="75600" bIns="75600" anchor="ctr">
            <a:noAutofit/>
          </a:bodyPr>
          <a:p>
            <a:pPr>
              <a:lnSpc>
                <a:spcPct val="100000"/>
              </a:lnSpc>
            </a:pPr>
            <a:endParaRPr lang="en-US" sz="1400" b="1" u="none" strike="noStrike">
              <a:solidFill>
                <a:srgbClr val="2c3e50"/>
              </a:solidFill>
              <a:effectLst/>
              <a:uFillTx/>
              <a:latin typeface="Noto Sans"/>
              <a:ea typeface="DejaVu Sans"/>
            </a:endParaRPr>
          </a:p>
        </p:txBody>
      </p:sp>
      <p:sp>
        <p:nvSpPr>
          <p:cNvPr id="26" name="PlaceHolder 1"/>
          <p:cNvSpPr>
            <a:spLocks noGrp="1"/>
          </p:cNvSpPr>
          <p:nvPr>
            <p:ph type="title"/>
          </p:nvPr>
        </p:nvSpPr>
        <p:spPr>
          <a:xfrm>
            <a:off x="2700000" y="1485000"/>
            <a:ext cx="4679640" cy="1619640"/>
          </a:xfrm>
          <a:prstGeom prst="rect">
            <a:avLst/>
          </a:prstGeom>
          <a:noFill/>
          <a:ln w="0">
            <a:noFill/>
          </a:ln>
        </p:spPr>
        <p:txBody>
          <a:bodyPr lIns="0" rIns="0" tIns="0" bIns="0" anchor="ctr" anchorCtr="1">
            <a:noAutofit/>
          </a:bodyPr>
          <a:p>
            <a:pPr indent="0" algn="ctr">
              <a:lnSpc>
                <a:spcPct val="100000"/>
              </a:lnSpc>
              <a:buNone/>
              <a:tabLst>
                <a:tab algn="l" pos="0"/>
              </a:tabLst>
            </a:pPr>
            <a:r>
              <a:rPr lang="en-US" sz="2700" b="1" u="none" strike="noStrike">
                <a:solidFill>
                  <a:srgbClr val="2c3e50"/>
                </a:solidFill>
                <a:effectLst/>
                <a:uFillTx/>
                <a:latin typeface="Noto Sans"/>
              </a:rPr>
              <a:t>Click to edit the title text format</a:t>
            </a:r>
            <a:endParaRPr lang="en-US" sz="2700" b="0" u="none" strike="noStrike">
              <a:solidFill>
                <a:srgbClr val="000000"/>
              </a:solidFill>
              <a:effectLst/>
              <a:uFillTx/>
              <a:latin typeface="Arial"/>
            </a:endParaRPr>
          </a:p>
        </p:txBody>
      </p:sp>
      <p:sp>
        <p:nvSpPr>
          <p:cNvPr id="27" name="PlaceHolder 2"/>
          <p:cNvSpPr>
            <a:spLocks noGrp="1"/>
          </p:cNvSpPr>
          <p:nvPr>
            <p:ph type="body"/>
          </p:nvPr>
        </p:nvSpPr>
        <p:spPr>
          <a:xfrm>
            <a:off x="3420000" y="3240000"/>
            <a:ext cx="6299640" cy="1619640"/>
          </a:xfrm>
          <a:prstGeom prst="rect">
            <a:avLst/>
          </a:prstGeom>
          <a:noFill/>
          <a:ln w="0">
            <a:noFill/>
          </a:ln>
        </p:spPr>
        <p:txBody>
          <a:bodyPr lIns="0" rIns="0" tIns="0" bIns="0" anchor="t">
            <a:normAutofit fontScale="85000" lnSpcReduction="9999"/>
          </a:bodyPr>
          <a:p>
            <a:pPr marL="432000" indent="0">
              <a:lnSpc>
                <a:spcPct val="100000"/>
              </a:lnSpc>
              <a:spcAft>
                <a:spcPts val="655"/>
              </a:spcAft>
              <a:buNone/>
              <a:tabLst>
                <a:tab algn="l" pos="0"/>
              </a:tabLst>
            </a:pPr>
            <a:r>
              <a:rPr lang="en-US" sz="1500" b="0" u="none" strike="noStrike">
                <a:solidFill>
                  <a:srgbClr val="ffffff"/>
                </a:solidFill>
                <a:effectLst/>
                <a:uFillTx/>
                <a:latin typeface="Noto Sans"/>
              </a:rPr>
              <a:t>Click to edit the outline text format</a:t>
            </a:r>
            <a:endParaRPr lang="en-US" sz="1500" b="0" u="none" strike="noStrike">
              <a:solidFill>
                <a:srgbClr val="000000"/>
              </a:solidFill>
              <a:effectLst/>
              <a:uFillTx/>
              <a:latin typeface="Arial"/>
            </a:endParaRPr>
          </a:p>
          <a:p>
            <a:pPr marL="864000" indent="0">
              <a:lnSpc>
                <a:spcPct val="100000"/>
              </a:lnSpc>
              <a:spcAft>
                <a:spcPts val="850"/>
              </a:spcAft>
              <a:buNone/>
              <a:tabLst>
                <a:tab algn="l" pos="0"/>
              </a:tabLst>
            </a:pPr>
            <a:r>
              <a:rPr lang="en-US" sz="1500" b="0" u="none" strike="noStrike">
                <a:solidFill>
                  <a:srgbClr val="ffffff"/>
                </a:solidFill>
                <a:effectLst/>
                <a:uFillTx/>
                <a:latin typeface="Noto Sans"/>
              </a:rPr>
              <a:t>Second Outline Level</a:t>
            </a:r>
            <a:endParaRPr lang="en-US" sz="1500" b="0" u="none" strike="noStrike">
              <a:solidFill>
                <a:srgbClr val="000000"/>
              </a:solidFill>
              <a:effectLst/>
              <a:uFillTx/>
              <a:latin typeface="Arial"/>
            </a:endParaRPr>
          </a:p>
          <a:p>
            <a:pPr marL="1296000" indent="0">
              <a:lnSpc>
                <a:spcPct val="100000"/>
              </a:lnSpc>
              <a:spcAft>
                <a:spcPts val="635"/>
              </a:spcAft>
              <a:buNone/>
              <a:tabLst>
                <a:tab algn="l" pos="0"/>
              </a:tabLst>
            </a:pPr>
            <a:r>
              <a:rPr lang="en-US" sz="1500" b="0" u="none" strike="noStrike">
                <a:solidFill>
                  <a:srgbClr val="ffffff"/>
                </a:solidFill>
                <a:effectLst/>
                <a:uFillTx/>
                <a:latin typeface="Noto Sans"/>
              </a:rPr>
              <a:t>Third Outline Level</a:t>
            </a:r>
            <a:endParaRPr lang="en-US" sz="1500" b="0" u="none" strike="noStrike">
              <a:solidFill>
                <a:srgbClr val="000000"/>
              </a:solidFill>
              <a:effectLst/>
              <a:uFillTx/>
              <a:latin typeface="Arial"/>
            </a:endParaRPr>
          </a:p>
          <a:p>
            <a:pPr marL="1728000" indent="0">
              <a:lnSpc>
                <a:spcPct val="100000"/>
              </a:lnSpc>
              <a:spcAft>
                <a:spcPts val="425"/>
              </a:spcAft>
              <a:buNone/>
              <a:tabLst>
                <a:tab algn="l" pos="0"/>
              </a:tabLst>
            </a:pPr>
            <a:r>
              <a:rPr lang="en-US" sz="1500" b="0" u="none" strike="noStrike">
                <a:solidFill>
                  <a:srgbClr val="ffffff"/>
                </a:solidFill>
                <a:effectLst/>
                <a:uFillTx/>
                <a:latin typeface="Noto Sans"/>
              </a:rPr>
              <a:t>Fourth Outline Level</a:t>
            </a:r>
            <a:endParaRPr lang="en-US" sz="1500" b="0" u="none" strike="noStrike">
              <a:solidFill>
                <a:srgbClr val="000000"/>
              </a:solidFill>
              <a:effectLst/>
              <a:uFillTx/>
              <a:latin typeface="Arial"/>
            </a:endParaRPr>
          </a:p>
          <a:p>
            <a:pPr marL="2160000" indent="0">
              <a:lnSpc>
                <a:spcPct val="100000"/>
              </a:lnSpc>
              <a:spcAft>
                <a:spcPts val="213"/>
              </a:spcAft>
              <a:buNone/>
              <a:tabLst>
                <a:tab algn="l" pos="0"/>
              </a:tabLst>
            </a:pPr>
            <a:r>
              <a:rPr lang="en-US" sz="1500" b="0" u="none" strike="noStrike">
                <a:solidFill>
                  <a:srgbClr val="ffffff"/>
                </a:solidFill>
                <a:effectLst/>
                <a:uFillTx/>
                <a:latin typeface="Noto Sans"/>
              </a:rPr>
              <a:t>Fifth Outline Level</a:t>
            </a:r>
            <a:endParaRPr lang="en-US" sz="1500" b="0" u="none" strike="noStrike">
              <a:solidFill>
                <a:srgbClr val="000000"/>
              </a:solidFill>
              <a:effectLst/>
              <a:uFillTx/>
              <a:latin typeface="Arial"/>
            </a:endParaRPr>
          </a:p>
          <a:p>
            <a:pPr marL="2592000" indent="0">
              <a:lnSpc>
                <a:spcPct val="100000"/>
              </a:lnSpc>
              <a:spcAft>
                <a:spcPts val="213"/>
              </a:spcAft>
              <a:buNone/>
              <a:tabLst>
                <a:tab algn="l" pos="0"/>
              </a:tabLst>
            </a:pPr>
            <a:r>
              <a:rPr lang="en-US" sz="1500" b="0" u="none" strike="noStrike">
                <a:solidFill>
                  <a:srgbClr val="ffffff"/>
                </a:solidFill>
                <a:effectLst/>
                <a:uFillTx/>
                <a:latin typeface="Noto Sans"/>
              </a:rPr>
              <a:t>Sixth Outline Level</a:t>
            </a:r>
            <a:endParaRPr lang="en-US" sz="1500" b="0" u="none" strike="noStrike">
              <a:solidFill>
                <a:srgbClr val="000000"/>
              </a:solidFill>
              <a:effectLst/>
              <a:uFillTx/>
              <a:latin typeface="Arial"/>
            </a:endParaRPr>
          </a:p>
          <a:p>
            <a:pPr marL="3024000" indent="0">
              <a:lnSpc>
                <a:spcPct val="100000"/>
              </a:lnSpc>
              <a:spcAft>
                <a:spcPts val="213"/>
              </a:spcAft>
              <a:buNone/>
              <a:tabLst>
                <a:tab algn="l" pos="0"/>
              </a:tabLst>
            </a:pPr>
            <a:r>
              <a:rPr lang="en-US" sz="1500" b="0" u="none" strike="noStrike">
                <a:solidFill>
                  <a:srgbClr val="ffffff"/>
                </a:solidFill>
                <a:effectLst/>
                <a:uFillTx/>
                <a:latin typeface="Noto Sans"/>
              </a:rPr>
              <a:t>Seventh Outline Level</a:t>
            </a:r>
            <a:endParaRPr lang="en-US" sz="1500" b="0" u="none" strike="noStrike">
              <a:solidFill>
                <a:srgbClr val="000000"/>
              </a:solidFill>
              <a:effectLst/>
              <a:uFillTx/>
              <a:latin typeface="Arial"/>
            </a:endParaRPr>
          </a:p>
        </p:txBody>
      </p:sp>
      <p:sp>
        <p:nvSpPr>
          <p:cNvPr id="28" name="PlaceHolder 3"/>
          <p:cNvSpPr>
            <a:spLocks noGrp="1"/>
          </p:cNvSpPr>
          <p:nvPr>
            <p:ph type="dt" idx="10"/>
          </p:nvPr>
        </p:nvSpPr>
        <p:spPr>
          <a:xfrm>
            <a:off x="360000" y="5400000"/>
            <a:ext cx="2879640" cy="311400"/>
          </a:xfrm>
          <a:prstGeom prst="rect">
            <a:avLst/>
          </a:prstGeom>
          <a:noFill/>
          <a:ln w="72000">
            <a:noFill/>
          </a:ln>
        </p:spPr>
        <p:txBody>
          <a:bodyPr lIns="0" rIns="0" tIns="0" bIns="0" anchor="t">
            <a:spAutoFit/>
          </a:bodyPr>
          <a:lstStyle>
            <a:lvl1pPr indent="0">
              <a:lnSpc>
                <a:spcPct val="100000"/>
              </a:lnSpc>
              <a:buNone/>
              <a:tabLst>
                <a:tab algn="l" pos="0"/>
              </a:tabLst>
              <a:defRPr lang="en-US" sz="1800" b="1" u="none" strike="noStrike">
                <a:solidFill>
                  <a:srgbClr val="ffffff"/>
                </a:solidFill>
                <a:effectLst/>
                <a:uFillTx/>
                <a:latin typeface="Noto Sans"/>
              </a:defRPr>
            </a:lvl1pPr>
          </a:lstStyle>
          <a:p>
            <a:pPr indent="0">
              <a:lnSpc>
                <a:spcPct val="100000"/>
              </a:lnSpc>
              <a:buNone/>
              <a:tabLst>
                <a:tab algn="l" pos="0"/>
              </a:tabLst>
            </a:pPr>
            <a:r>
              <a:rPr lang="en-US" sz="1800" b="1" u="none" strike="noStrike">
                <a:solidFill>
                  <a:srgbClr val="ffffff"/>
                </a:solidFill>
                <a:effectLst/>
                <a:uFillTx/>
                <a:latin typeface="Noto Sans"/>
              </a:rPr>
              <a:t>&lt;date/time&gt;</a:t>
            </a:r>
            <a:endParaRPr lang="en-US" sz="1800" b="0" u="none" strike="noStrike">
              <a:solidFill>
                <a:srgbClr val="000000"/>
              </a:solidFill>
              <a:effectLst/>
              <a:uFillTx/>
              <a:latin typeface="Times New Roman"/>
            </a:endParaRPr>
          </a:p>
        </p:txBody>
      </p:sp>
      <p:sp>
        <p:nvSpPr>
          <p:cNvPr id="29" name="PlaceHolder 4"/>
          <p:cNvSpPr>
            <a:spLocks noGrp="1"/>
          </p:cNvSpPr>
          <p:nvPr>
            <p:ph type="ftr" idx="11"/>
          </p:nvPr>
        </p:nvSpPr>
        <p:spPr>
          <a:xfrm>
            <a:off x="3420000" y="5400000"/>
            <a:ext cx="3239640" cy="311400"/>
          </a:xfrm>
          <a:prstGeom prst="rect">
            <a:avLst/>
          </a:prstGeom>
          <a:noFill/>
          <a:ln w="72000">
            <a:noFill/>
          </a:ln>
        </p:spPr>
        <p:txBody>
          <a:bodyPr lIns="0" rIns="0" tIns="0" bIns="0" anchor="t">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r>
              <a:rPr lang="en-US" sz="1800" b="1" u="none" strike="noStrike">
                <a:solidFill>
                  <a:srgbClr val="ffffff"/>
                </a:solidFill>
                <a:effectLst/>
                <a:uFillTx/>
                <a:latin typeface="Noto Sans"/>
              </a:rPr>
              <a:t>&lt;footer&gt;</a:t>
            </a:r>
            <a:endParaRPr lang="en-US" sz="1800" b="0" u="none" strike="noStrike">
              <a:solidFill>
                <a:srgbClr val="000000"/>
              </a:solidFill>
              <a:effectLst/>
              <a:uFillTx/>
              <a:latin typeface="Times New Roman"/>
            </a:endParaRPr>
          </a:p>
        </p:txBody>
      </p:sp>
      <p:sp>
        <p:nvSpPr>
          <p:cNvPr id="30" name="PlaceHolder 5"/>
          <p:cNvSpPr>
            <a:spLocks noGrp="1"/>
          </p:cNvSpPr>
          <p:nvPr>
            <p:ph type="sldNum" idx="12"/>
          </p:nvPr>
        </p:nvSpPr>
        <p:spPr>
          <a:xfrm>
            <a:off x="9180000" y="5262480"/>
            <a:ext cx="719640" cy="274680"/>
          </a:xfrm>
          <a:prstGeom prst="rect">
            <a:avLst/>
          </a:prstGeom>
          <a:noFill/>
          <a:ln w="72000">
            <a:noFill/>
          </a:ln>
        </p:spPr>
        <p:txBody>
          <a:bodyPr lIns="0" rIns="0" tIns="0" bIns="0" anchor="ctr">
            <a:spAutoFit/>
          </a:bodyPr>
          <a:lstStyle>
            <a:lvl1pPr indent="0" algn="ctr">
              <a:lnSpc>
                <a:spcPct val="100000"/>
              </a:lnSpc>
              <a:buNone/>
              <a:tabLst>
                <a:tab algn="l" pos="0"/>
              </a:tabLst>
              <a:defRPr lang="en-US" sz="1800" b="1" u="none" strike="noStrike">
                <a:solidFill>
                  <a:srgbClr val="ffffff"/>
                </a:solidFill>
                <a:effectLst/>
                <a:uFillTx/>
                <a:latin typeface="Noto Sans"/>
              </a:defRPr>
            </a:lvl1pPr>
          </a:lstStyle>
          <a:p>
            <a:pPr indent="0" algn="ctr">
              <a:lnSpc>
                <a:spcPct val="100000"/>
              </a:lnSpc>
              <a:buNone/>
              <a:tabLst>
                <a:tab algn="l" pos="0"/>
              </a:tabLst>
            </a:pPr>
            <a:fld id="{01D6EFDC-7A82-40FF-8510-3BEF2A8EFE86}" type="slidenum">
              <a:rPr lang="en-US" sz="1800" b="1" u="none" strike="noStrike">
                <a:solidFill>
                  <a:srgbClr val="ffffff"/>
                </a:solidFill>
                <a:effectLst/>
                <a:uFillTx/>
                <a:latin typeface="Noto Sans"/>
              </a:rPr>
              <a:t>&lt;number&gt;</a:t>
            </a:fld>
            <a:endParaRPr lang="en-US" sz="1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834640"/>
            <a:ext cx="9359640" cy="719280"/>
          </a:xfrm>
          <a:prstGeom prst="rect">
            <a:avLst/>
          </a:prstGeom>
          <a:noFill/>
          <a:ln w="0">
            <a:noFill/>
          </a:ln>
        </p:spPr>
        <p:txBody>
          <a:bodyPr lIns="0" rIns="0" tIns="0" bIns="0" anchor="ctr" anchorCtr="1">
            <a:spAutoFit/>
          </a:bodyPr>
          <a:p>
            <a:pPr indent="0" algn="ctr">
              <a:lnSpc>
                <a:spcPct val="100000"/>
              </a:lnSpc>
              <a:buNone/>
              <a:tabLst>
                <a:tab algn="l" pos="0"/>
              </a:tabLst>
            </a:pPr>
            <a:r>
              <a:rPr lang="en-US" sz="3200" b="1" u="none" strike="noStrike">
                <a:solidFill>
                  <a:srgbClr val="ffffff"/>
                </a:solidFill>
                <a:effectLst/>
                <a:uFillTx/>
                <a:latin typeface="Noto Sans"/>
              </a:rPr>
              <a:t>What Gets Counted, Counts Part 2</a:t>
            </a:r>
            <a:endParaRPr lang="en-US" sz="3200" b="0" u="none" strike="noStrike">
              <a:solidFill>
                <a:srgbClr val="000000"/>
              </a:solidFill>
              <a:effectLst/>
              <a:uFillTx/>
              <a:latin typeface="Arial"/>
            </a:endParaRPr>
          </a:p>
        </p:txBody>
      </p:sp>
      <p:sp>
        <p:nvSpPr>
          <p:cNvPr id="32" name="PlaceHolder 2"/>
          <p:cNvSpPr>
            <a:spLocks noGrp="1"/>
          </p:cNvSpPr>
          <p:nvPr>
            <p:ph type="subTitle"/>
          </p:nvPr>
        </p:nvSpPr>
        <p:spPr>
          <a:xfrm>
            <a:off x="360000" y="3914640"/>
            <a:ext cx="9359640" cy="1485360"/>
          </a:xfrm>
          <a:prstGeom prst="rect">
            <a:avLst/>
          </a:prstGeom>
          <a:noFill/>
          <a:ln w="0">
            <a:noFill/>
          </a:ln>
        </p:spPr>
        <p:txBody>
          <a:bodyPr lIns="0" rIns="0" tIns="0" bIns="0" anchor="ctr">
            <a:spAutoFit/>
          </a:bodyPr>
          <a:p>
            <a:pPr indent="0" algn="ctr">
              <a:lnSpc>
                <a:spcPct val="100000"/>
              </a:lnSpc>
              <a:buNone/>
              <a:tabLst>
                <a:tab algn="l" pos="0"/>
              </a:tabLst>
            </a:pPr>
            <a:r>
              <a:rPr lang="en-US" sz="2200" b="0" u="none" strike="noStrike">
                <a:solidFill>
                  <a:srgbClr val="ffffff"/>
                </a:solidFill>
                <a:effectLst/>
                <a:uFillTx/>
                <a:latin typeface="Noto Sans"/>
              </a:rPr>
              <a:t>Evan Moore</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360000" y="225720"/>
            <a:ext cx="9359640" cy="71964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Introduction</a:t>
            </a:r>
            <a:endParaRPr lang="en-US" sz="3200" b="0" u="none" strike="noStrike">
              <a:solidFill>
                <a:srgbClr val="000000"/>
              </a:solidFill>
              <a:effectLst/>
              <a:uFillTx/>
              <a:latin typeface="Arial"/>
            </a:endParaRPr>
          </a:p>
        </p:txBody>
      </p:sp>
      <p:sp>
        <p:nvSpPr>
          <p:cNvPr id="34" name="PlaceHolder 2"/>
          <p:cNvSpPr>
            <a:spLocks noGrp="1"/>
          </p:cNvSpPr>
          <p:nvPr>
            <p:ph/>
          </p:nvPr>
        </p:nvSpPr>
        <p:spPr>
          <a:xfrm>
            <a:off x="360000" y="1485000"/>
            <a:ext cx="9359640" cy="3779640"/>
          </a:xfrm>
          <a:prstGeom prst="rect">
            <a:avLst/>
          </a:prstGeom>
          <a:noFill/>
          <a:ln w="0">
            <a:noFill/>
          </a:ln>
        </p:spPr>
        <p:txBody>
          <a:bodyPr lIns="0" rIns="0" tIns="0" bIns="0" anchor="t">
            <a:normAutofit/>
          </a:bodyPr>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Title: </a:t>
            </a:r>
            <a:r>
              <a:rPr lang="en-US" sz="2400" b="0" u="none" strike="noStrike">
                <a:solidFill>
                  <a:srgbClr val="2c3e50"/>
                </a:solidFill>
                <a:effectLst/>
                <a:uFillTx/>
                <a:latin typeface="Noto Sans"/>
              </a:rPr>
              <a:t>“The Influence of Active Video Game play upon physical activity and screen-based activities in sedentary children”</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Source: </a:t>
            </a:r>
            <a:r>
              <a:rPr lang="en-US" sz="2400" b="0" u="none" strike="noStrike">
                <a:solidFill>
                  <a:srgbClr val="2c3e50"/>
                </a:solidFill>
                <a:effectLst/>
                <a:uFillTx/>
                <a:latin typeface="Noto Sans"/>
              </a:rPr>
              <a:t>USDA</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Theme</a:t>
            </a:r>
            <a:r>
              <a:rPr lang="en-US" sz="2400" b="0" u="none" strike="noStrike">
                <a:solidFill>
                  <a:srgbClr val="2c3e50"/>
                </a:solidFill>
                <a:effectLst/>
                <a:uFillTx/>
                <a:latin typeface="Noto Sans"/>
              </a:rPr>
              <a:t>: The goal of the dataset is to find a relationship between sedentary video gaming and a child’s drive to engage in physical activity, as well as examine whether engagement with Active Video Games (AVGs) translates to an increase in motivation for traditional physical activity.</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9DBD4991-67C5-48FE-B8BD-C7FB3BF53641}"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Why we chose this dataset</a:t>
            </a:r>
            <a:endParaRPr lang="en-US" sz="3200" b="0" u="none" strike="noStrike">
              <a:solidFill>
                <a:srgbClr val="000000"/>
              </a:solidFill>
              <a:effectLst/>
              <a:uFillTx/>
              <a:latin typeface="Arial"/>
            </a:endParaRPr>
          </a:p>
        </p:txBody>
      </p:sp>
      <p:sp>
        <p:nvSpPr>
          <p:cNvPr id="36" name="PlaceHolder 2"/>
          <p:cNvSpPr>
            <a:spLocks noGrp="1"/>
          </p:cNvSpPr>
          <p:nvPr>
            <p:ph/>
          </p:nvPr>
        </p:nvSpPr>
        <p:spPr>
          <a:xfrm>
            <a:off x="360000" y="1485000"/>
            <a:ext cx="9359640" cy="3779640"/>
          </a:xfrm>
          <a:prstGeom prst="rect">
            <a:avLst/>
          </a:prstGeom>
          <a:noFill/>
          <a:ln w="0">
            <a:noFill/>
          </a:ln>
        </p:spPr>
        <p:txBody>
          <a:bodyPr lIns="0" rIns="0" tIns="0" bIns="0" anchor="t">
            <a:normAutofit/>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dataset captured our curiosity for a few reasons.</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Our own interest in video games.</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Our interest in the potential behavioral impacts and changes associated with playing video games.</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Our interest in learning about the implications of video games and sedentary activities on a behavioral level.</a:t>
            </a:r>
            <a:endParaRPr lang="en-US" sz="21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5B089018-B78A-4E82-85B7-4FDB8FFE7DC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Purpose of the Dataset</a:t>
            </a:r>
            <a:endParaRPr lang="en-US" sz="3200" b="0" u="none" strike="noStrike">
              <a:solidFill>
                <a:srgbClr val="000000"/>
              </a:solidFill>
              <a:effectLst/>
              <a:uFillTx/>
              <a:latin typeface="Arial"/>
            </a:endParaRPr>
          </a:p>
        </p:txBody>
      </p:sp>
      <p:sp>
        <p:nvSpPr>
          <p:cNvPr id="38" name="PlaceHolder 2"/>
          <p:cNvSpPr>
            <a:spLocks noGrp="1"/>
          </p:cNvSpPr>
          <p:nvPr>
            <p:ph/>
          </p:nvPr>
        </p:nvSpPr>
        <p:spPr>
          <a:xfrm>
            <a:off x="360000" y="1485000"/>
            <a:ext cx="9359640" cy="3779640"/>
          </a:xfrm>
          <a:prstGeom prst="rect">
            <a:avLst/>
          </a:prstGeom>
          <a:noFill/>
          <a:ln w="0">
            <a:noFill/>
          </a:ln>
        </p:spPr>
        <p:txBody>
          <a:bodyPr lIns="0" rIns="0" tIns="0" bIns="0" anchor="t">
            <a:normAutofit lnSpcReduction="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dataset was published by the Agricultural Research Service and was intended to find effective ways to encourage children to increase their level of physical activity and prevent the development of sedentary lifestyles.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Children born between 2004 and 2008, their activity statistics, questionnaire answers, 24-hour recall and accelerometer data are represented within the dataset.</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likely intended audience is parents, teachers, and anyone in a position to encourage engagement in physical activity in children.</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F288D89C-2086-4AEA-9A14-A885803FDB64}"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Data Analysis</a:t>
            </a:r>
            <a:endParaRPr lang="en-US" sz="3200" b="0" u="none" strike="noStrike">
              <a:solidFill>
                <a:srgbClr val="000000"/>
              </a:solidFill>
              <a:effectLst/>
              <a:uFillTx/>
              <a:latin typeface="Arial"/>
            </a:endParaRPr>
          </a:p>
        </p:txBody>
      </p:sp>
      <p:sp>
        <p:nvSpPr>
          <p:cNvPr id="40" name="PlaceHolder 2"/>
          <p:cNvSpPr>
            <a:spLocks noGrp="1"/>
          </p:cNvSpPr>
          <p:nvPr>
            <p:ph/>
          </p:nvPr>
        </p:nvSpPr>
        <p:spPr>
          <a:xfrm>
            <a:off x="360000" y="1485000"/>
            <a:ext cx="9359640" cy="3779640"/>
          </a:xfrm>
          <a:prstGeom prst="rect">
            <a:avLst/>
          </a:prstGeom>
          <a:noFill/>
          <a:ln w="0">
            <a:noFill/>
          </a:ln>
        </p:spPr>
        <p:txBody>
          <a:bodyPr lIns="0" rIns="0" tIns="0" bIns="0" anchor="t">
            <a:normAutofit fontScale="92500" lnSpcReduction="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AVGs provided a temporary boost in physical activity.</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Enjoyment of AVGs did not influence the psychology of sedentary children.</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Enjoyment of AVGs did not translate to enjoyment of traditional physical activity.</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Children tended to overcompensate for energy spent on PA or AVGs with increased sedentary behavior.</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Missing data includes device calibrations, specific questionnaire questions, AVG titles and environmental context such as access to green spaces or neighborhood safety scores.</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0D63F06E-A82C-4C44-B7AC-42C3B2517CFD}"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Data Production and Collection Method</a:t>
            </a:r>
            <a:endParaRPr lang="en-US" sz="3200" b="0" u="none" strike="noStrike">
              <a:solidFill>
                <a:srgbClr val="000000"/>
              </a:solidFill>
              <a:effectLst/>
              <a:uFillTx/>
              <a:latin typeface="Arial"/>
            </a:endParaRPr>
          </a:p>
        </p:txBody>
      </p:sp>
      <p:sp>
        <p:nvSpPr>
          <p:cNvPr id="42" name="PlaceHolder 2"/>
          <p:cNvSpPr>
            <a:spLocks noGrp="1"/>
          </p:cNvSpPr>
          <p:nvPr>
            <p:ph/>
          </p:nvPr>
        </p:nvSpPr>
        <p:spPr>
          <a:xfrm>
            <a:off x="360000" y="1485000"/>
            <a:ext cx="9359640" cy="3779640"/>
          </a:xfrm>
          <a:prstGeom prst="rect">
            <a:avLst/>
          </a:prstGeom>
          <a:noFill/>
          <a:ln w="0">
            <a:noFill/>
          </a:ln>
        </p:spPr>
        <p:txBody>
          <a:bodyPr lIns="0" rIns="0" tIns="0" bIns="0" anchor="t">
            <a:normAutofit fontScale="70000" lnSpcReduction="19999"/>
          </a:bodyPr>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Accelerometer Data:</a:t>
            </a:r>
            <a:r>
              <a:rPr lang="en-US" sz="2400" b="0" u="none" strike="noStrike">
                <a:solidFill>
                  <a:srgbClr val="2c3e50"/>
                </a:solidFill>
                <a:effectLst/>
                <a:uFillTx/>
                <a:latin typeface="Noto Sans"/>
              </a:rPr>
              <a:t> using an ActiGraph to track physical and sedentary activities at baseline, 6-weeks and 10-weeks.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24-hour Recall Data: </a:t>
            </a:r>
            <a:r>
              <a:rPr lang="en-US" sz="2400" b="0" u="none" strike="noStrike">
                <a:solidFill>
                  <a:srgbClr val="2c3e50"/>
                </a:solidFill>
                <a:effectLst/>
                <a:uFillTx/>
                <a:latin typeface="Noto Sans"/>
              </a:rPr>
              <a:t>tracking previous day’s activities at baseline, 2, 4, 6, and 10-weeks.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Liking Data:</a:t>
            </a:r>
            <a:r>
              <a:rPr lang="en-US" sz="2400" b="0" u="none" strike="noStrike">
                <a:solidFill>
                  <a:srgbClr val="2c3e50"/>
                </a:solidFill>
                <a:effectLst/>
                <a:uFillTx/>
                <a:latin typeface="Noto Sans"/>
              </a:rPr>
              <a:t> collected on a 1-10 scale for how much a participant would want to perform both physical and sedentary activities at baseline, 6-weeks and 10-weeks.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Demographics:</a:t>
            </a:r>
            <a:r>
              <a:rPr lang="en-US" sz="2400" b="0" u="none" strike="noStrike">
                <a:solidFill>
                  <a:srgbClr val="2c3e50"/>
                </a:solidFill>
                <a:effectLst/>
                <a:uFillTx/>
                <a:latin typeface="Noto Sans"/>
              </a:rPr>
              <a:t> Including weight, height, gender, race, ethnicity and year of birth.</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1" u="none" strike="noStrike">
                <a:solidFill>
                  <a:srgbClr val="2c3e50"/>
                </a:solidFill>
                <a:effectLst/>
                <a:uFillTx/>
                <a:latin typeface="Noto Sans"/>
              </a:rPr>
              <a:t>Questionnaires:</a:t>
            </a:r>
            <a:r>
              <a:rPr lang="en-US" sz="2400" b="0" u="none" strike="noStrike">
                <a:solidFill>
                  <a:srgbClr val="2c3e50"/>
                </a:solidFill>
                <a:effectLst/>
                <a:uFillTx/>
                <a:latin typeface="Noto Sans"/>
              </a:rPr>
              <a:t> Children’s Self-Perceptions of Adequacy in Predilection of Physcial Activity Scale (CSAPPA), motivation for activity using the Behavioral Regulations in Exercise Questionnaire 2</a:t>
            </a:r>
            <a:r>
              <a:rPr lang="en-US" sz="2400" b="0" u="none" strike="noStrike" baseline="33000">
                <a:solidFill>
                  <a:srgbClr val="2c3e50"/>
                </a:solidFill>
                <a:effectLst/>
                <a:uFillTx/>
                <a:latin typeface="Noto Sans"/>
              </a:rPr>
              <a:t>nd</a:t>
            </a:r>
            <a:r>
              <a:rPr lang="en-US" sz="2400" b="0" u="none" strike="noStrike">
                <a:solidFill>
                  <a:srgbClr val="2c3e50"/>
                </a:solidFill>
                <a:effectLst/>
                <a:uFillTx/>
                <a:latin typeface="Noto Sans"/>
              </a:rPr>
              <a:t> edition (BREQ-2), motivation for active video games using modified questions from BREQ-2, motivation for sedentary video games using modified questions from BREQ-2, and physical activity-related parenting behaviors using The Activity Support Scale for Multiple Groups (ACTS-MG)</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D00D7149-2EBA-4999-884E-9A58D270D46A}"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Daily Sedentary Increase and Impact of AVGs</a:t>
            </a:r>
            <a:endParaRPr lang="en-US" sz="3200" b="0" u="none" strike="noStrike">
              <a:solidFill>
                <a:srgbClr val="000000"/>
              </a:solidFill>
              <a:effectLst/>
              <a:uFillTx/>
              <a:latin typeface="Arial"/>
            </a:endParaRPr>
          </a:p>
        </p:txBody>
      </p:sp>
      <p:sp>
        <p:nvSpPr>
          <p:cNvPr id="44" name="PlaceHolder 2"/>
          <p:cNvSpPr>
            <a:spLocks noGrp="1"/>
          </p:cNvSpPr>
          <p:nvPr>
            <p:ph/>
          </p:nvPr>
        </p:nvSpPr>
        <p:spPr>
          <a:xfrm>
            <a:off x="360000" y="1371600"/>
            <a:ext cx="3525840" cy="1371240"/>
          </a:xfrm>
          <a:prstGeom prst="rect">
            <a:avLst/>
          </a:prstGeom>
          <a:noFill/>
          <a:ln w="0">
            <a:noFill/>
          </a:ln>
        </p:spPr>
        <p:txBody>
          <a:bodyPr lIns="0" rIns="0" tIns="0" bIns="0" anchor="t">
            <a:normAutofit fontScale="85000" lnSpcReduction="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statistical summary shows a general increase in sedentary time across the study.</a:t>
            </a:r>
            <a:endParaRPr lang="en-US" sz="2400" b="0" u="none" strike="noStrike">
              <a:solidFill>
                <a:srgbClr val="000000"/>
              </a:solidFill>
              <a:effectLst/>
              <a:uFillTx/>
              <a:latin typeface="Arial"/>
            </a:endParaRPr>
          </a:p>
        </p:txBody>
      </p:sp>
      <p:pic>
        <p:nvPicPr>
          <p:cNvPr id="45" name="Content Placeholder 5" descr="A graph of a graph showing the impact of active video games&#10;&#10;AI-generated content may be incorrect."/>
          <p:cNvPicPr/>
          <p:nvPr/>
        </p:nvPicPr>
        <p:blipFill>
          <a:blip r:embed="rId1"/>
          <a:stretch/>
        </p:blipFill>
        <p:spPr>
          <a:xfrm>
            <a:off x="5715000" y="2971800"/>
            <a:ext cx="3690360" cy="2285640"/>
          </a:xfrm>
          <a:prstGeom prst="rect">
            <a:avLst/>
          </a:prstGeom>
          <a:noFill/>
          <a:ln w="0">
            <a:noFill/>
          </a:ln>
        </p:spPr>
      </p:pic>
      <p:pic>
        <p:nvPicPr>
          <p:cNvPr id="46" name="Content Placeholder 1" descr="A table with numbers and text&#10;&#10;AI-generated content may be incorrect."/>
          <p:cNvPicPr/>
          <p:nvPr/>
        </p:nvPicPr>
        <p:blipFill>
          <a:blip r:embed="rId2"/>
          <a:stretch/>
        </p:blipFill>
        <p:spPr>
          <a:xfrm>
            <a:off x="360000" y="2971800"/>
            <a:ext cx="3572280" cy="2197800"/>
          </a:xfrm>
          <a:prstGeom prst="rect">
            <a:avLst/>
          </a:prstGeom>
          <a:noFill/>
          <a:ln w="0">
            <a:noFill/>
          </a:ln>
        </p:spPr>
      </p:pic>
      <p:sp>
        <p:nvSpPr>
          <p:cNvPr id="47" name=""/>
          <p:cNvSpPr/>
          <p:nvPr/>
        </p:nvSpPr>
        <p:spPr>
          <a:xfrm>
            <a:off x="5715000" y="1371600"/>
            <a:ext cx="3525840" cy="1371240"/>
          </a:xfrm>
          <a:prstGeom prst="rect">
            <a:avLst/>
          </a:prstGeom>
          <a:noFill/>
          <a:ln w="0">
            <a:noFill/>
          </a:ln>
        </p:spPr>
        <p:style>
          <a:lnRef idx="0"/>
          <a:fillRef idx="0"/>
          <a:effectRef idx="0"/>
          <a:fontRef idx="minor"/>
        </p:style>
        <p:txBody>
          <a:bodyPr lIns="0" rIns="0" tIns="0" bIns="0" anchor="t">
            <a:normAutofit fontScale="55000" lnSpcReduction="1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Chart shows a decrease in Light Physical Activity.</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Though Sedentary Games decreased by 10 minutes, Other Sedentary activity increased by 32 minutes.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Based on the chart, AVGs caused an increase in Sedentary Activities overall.</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480F7364-A77F-4BC4-993D-42A0DCBF60D2}"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buNone/>
            </a:pPr>
            <a:r>
              <a:rPr lang="en-US" sz="3200" b="1" u="none" strike="noStrike">
                <a:solidFill>
                  <a:srgbClr val="ffffff"/>
                </a:solidFill>
                <a:effectLst/>
                <a:uFillTx/>
                <a:latin typeface="Arial"/>
              </a:rPr>
              <a:t>Decrease in Physical Activity</a:t>
            </a:r>
            <a:endParaRPr lang="en-US" sz="3200" b="1" u="none" strike="noStrike">
              <a:solidFill>
                <a:srgbClr val="ffffff"/>
              </a:solidFill>
              <a:effectLst/>
              <a:uFillTx/>
              <a:latin typeface="Arial"/>
            </a:endParaRPr>
          </a:p>
        </p:txBody>
      </p:sp>
      <p:sp>
        <p:nvSpPr>
          <p:cNvPr id="49" name="PlaceHolder 2"/>
          <p:cNvSpPr>
            <a:spLocks noGrp="1"/>
          </p:cNvSpPr>
          <p:nvPr>
            <p:ph/>
          </p:nvPr>
        </p:nvSpPr>
        <p:spPr>
          <a:xfrm>
            <a:off x="5257800" y="1485000"/>
            <a:ext cx="3983040" cy="800640"/>
          </a:xfrm>
          <a:prstGeom prst="rect">
            <a:avLst/>
          </a:prstGeom>
          <a:noFill/>
          <a:ln w="0">
            <a:noFill/>
          </a:ln>
        </p:spPr>
        <p:txBody>
          <a:bodyPr lIns="0" rIns="0" tIns="0" bIns="0" anchor="t">
            <a:normAutofit fontScale="47500" lnSpcReduction="1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Based on the Chart</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Sedentary time increased post intervention.</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Light Activity decreased post intervention</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MVPA displayed only a minor increase</a:t>
            </a:r>
            <a:endParaRPr lang="en-US" sz="2100" b="0" u="none" strike="noStrike">
              <a:solidFill>
                <a:srgbClr val="000000"/>
              </a:solidFill>
              <a:effectLst/>
              <a:uFillTx/>
              <a:latin typeface="Arial"/>
            </a:endParaRPr>
          </a:p>
        </p:txBody>
      </p:sp>
      <p:pic>
        <p:nvPicPr>
          <p:cNvPr id="50" name="Picture 8" descr="A graph with green dots and red line&#10;&#10;AI-generated content may be incorrect."/>
          <p:cNvPicPr/>
          <p:nvPr/>
        </p:nvPicPr>
        <p:blipFill>
          <a:blip r:embed="rId1"/>
          <a:stretch/>
        </p:blipFill>
        <p:spPr>
          <a:xfrm>
            <a:off x="228600" y="2546280"/>
            <a:ext cx="4160160" cy="2711160"/>
          </a:xfrm>
          <a:prstGeom prst="rect">
            <a:avLst/>
          </a:prstGeom>
          <a:noFill/>
          <a:ln w="0">
            <a:noFill/>
          </a:ln>
        </p:spPr>
      </p:pic>
      <p:pic>
        <p:nvPicPr>
          <p:cNvPr id="51" name="Picture 6" descr="A graph of a graph showing different levels of activity&#10;&#10;AI-generated content may be incorrect."/>
          <p:cNvPicPr/>
          <p:nvPr/>
        </p:nvPicPr>
        <p:blipFill>
          <a:blip r:embed="rId2"/>
          <a:stretch/>
        </p:blipFill>
        <p:spPr>
          <a:xfrm>
            <a:off x="5257800" y="2517840"/>
            <a:ext cx="4404600" cy="2739600"/>
          </a:xfrm>
          <a:prstGeom prst="rect">
            <a:avLst/>
          </a:prstGeom>
          <a:noFill/>
          <a:ln w="0">
            <a:noFill/>
          </a:ln>
        </p:spPr>
      </p:pic>
      <p:sp>
        <p:nvSpPr>
          <p:cNvPr id="52" name=""/>
          <p:cNvSpPr/>
          <p:nvPr/>
        </p:nvSpPr>
        <p:spPr>
          <a:xfrm>
            <a:off x="360360" y="1485360"/>
            <a:ext cx="3983040" cy="800640"/>
          </a:xfrm>
          <a:prstGeom prst="rect">
            <a:avLst/>
          </a:prstGeom>
          <a:noFill/>
          <a:ln w="0">
            <a:noFill/>
          </a:ln>
        </p:spPr>
        <p:style>
          <a:lnRef idx="0"/>
          <a:fillRef idx="0"/>
          <a:effectRef idx="0"/>
          <a:fontRef idx="minor"/>
        </p:style>
        <p:txBody>
          <a:bodyPr lIns="0" rIns="0" tIns="0" bIns="0" anchor="t">
            <a:normAutofit fontScale="62500" lnSpcReduction="1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regression line shows a net decrease in Total Physical Activity when compared against time spent playing AGVs</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3717DFBF-7A00-457A-8916-22B44746DE5B}"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Limitations</a:t>
            </a:r>
            <a:endParaRPr lang="en-US" sz="3200" b="0" u="none" strike="noStrike">
              <a:solidFill>
                <a:srgbClr val="000000"/>
              </a:solidFill>
              <a:effectLst/>
              <a:uFillTx/>
              <a:latin typeface="Arial"/>
            </a:endParaRPr>
          </a:p>
        </p:txBody>
      </p:sp>
      <p:sp>
        <p:nvSpPr>
          <p:cNvPr id="54" name="PlaceHolder 2"/>
          <p:cNvSpPr>
            <a:spLocks noGrp="1"/>
          </p:cNvSpPr>
          <p:nvPr>
            <p:ph/>
          </p:nvPr>
        </p:nvSpPr>
        <p:spPr>
          <a:xfrm>
            <a:off x="360000" y="1485000"/>
            <a:ext cx="9359640" cy="3779640"/>
          </a:xfrm>
          <a:prstGeom prst="rect">
            <a:avLst/>
          </a:prstGeom>
          <a:noFill/>
          <a:ln w="0">
            <a:noFill/>
          </a:ln>
        </p:spPr>
        <p:txBody>
          <a:bodyPr lIns="0" rIns="0" tIns="0" bIns="0" anchor="t">
            <a:normAutofit lnSpcReduction="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study only took place within a short time frame, from 2016-2018 and only children born between 2004 and 2008 participated in the study.</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Small sample size of only 49 participants.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intervention only took place across a 10-week period.</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No inclusion of children that do not play sedentary video games, only targeted children already deemed as sedentary and thus lacked a real control group.</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Some data relies on children’s recall memory.</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B77FBB9B-C5EB-47F6-8B0E-38FFFF859A5A}"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Additional Elements for Improvement</a:t>
            </a:r>
            <a:endParaRPr lang="en-US" sz="3200" b="0" u="none" strike="noStrike">
              <a:solidFill>
                <a:srgbClr val="000000"/>
              </a:solidFill>
              <a:effectLst/>
              <a:uFillTx/>
              <a:latin typeface="Arial"/>
            </a:endParaRPr>
          </a:p>
        </p:txBody>
      </p:sp>
      <p:sp>
        <p:nvSpPr>
          <p:cNvPr id="56" name="PlaceHolder 2"/>
          <p:cNvSpPr>
            <a:spLocks noGrp="1"/>
          </p:cNvSpPr>
          <p:nvPr>
            <p:ph/>
          </p:nvPr>
        </p:nvSpPr>
        <p:spPr>
          <a:xfrm>
            <a:off x="360000" y="1485000"/>
            <a:ext cx="9359640" cy="3779640"/>
          </a:xfrm>
          <a:prstGeom prst="rect">
            <a:avLst/>
          </a:prstGeom>
          <a:noFill/>
          <a:ln w="0">
            <a:noFill/>
          </a:ln>
        </p:spPr>
        <p:txBody>
          <a:bodyPr lIns="0" rIns="0" tIns="0" bIns="0" anchor="t">
            <a:normAutofit/>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Increasing the sample size would allow for a much more widely applicable dataset.</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Wider age range to include children with potentially different relationships with technology.</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Tracking sleep time can explain daily changes in physical or sedentary behavior.</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Including programs or steps to log real time activity data would eliminate the reliance on children’s recall memory.</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1F70D38E-9A0B-4EEE-AC26-03EE7EE12932}"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Power Dynamics and What Gets Counted</a:t>
            </a:r>
            <a:endParaRPr lang="en-US" sz="3200" b="0" u="none" strike="noStrike">
              <a:solidFill>
                <a:srgbClr val="000000"/>
              </a:solidFill>
              <a:effectLst/>
              <a:uFillTx/>
              <a:latin typeface="Arial"/>
            </a:endParaRPr>
          </a:p>
        </p:txBody>
      </p:sp>
      <p:sp>
        <p:nvSpPr>
          <p:cNvPr id="58" name="PlaceHolder 2"/>
          <p:cNvSpPr>
            <a:spLocks noGrp="1"/>
          </p:cNvSpPr>
          <p:nvPr>
            <p:ph/>
          </p:nvPr>
        </p:nvSpPr>
        <p:spPr>
          <a:xfrm>
            <a:off x="5029200" y="1485000"/>
            <a:ext cx="4690440" cy="3779640"/>
          </a:xfrm>
          <a:prstGeom prst="rect">
            <a:avLst/>
          </a:prstGeom>
          <a:noFill/>
          <a:ln w="0">
            <a:noFill/>
          </a:ln>
        </p:spPr>
        <p:txBody>
          <a:bodyPr lIns="0" rIns="0" tIns="0" bIns="0" anchor="t">
            <a:normAutofit fontScale="55000" lnSpcReduction="1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Objective, micro-level physical and psychological data is counted.</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High legibility in scientific and medical communities.</a:t>
            </a:r>
            <a:endParaRPr lang="en-US" sz="21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Macro-level structural and qualitative factors are ignored.</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Household income, neighborhood walkability, proximity to green spaces.</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Can be difficult or expensive to measure.</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Likely falls outside the scope of a 10-week intervention.</a:t>
            </a:r>
            <a:endParaRPr lang="en-US" sz="21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Erasure of Systemic inequality.</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Blame is placed primarily upon the child.</a:t>
            </a:r>
            <a:endParaRPr lang="en-US" sz="21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From the Policy Maker’s Perspective.</a:t>
            </a:r>
            <a:endParaRPr lang="en-US" sz="24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Behavioral substitution is ineffective.</a:t>
            </a:r>
            <a:endParaRPr lang="en-US" sz="2100" b="0" u="none" strike="noStrike">
              <a:solidFill>
                <a:srgbClr val="000000"/>
              </a:solidFill>
              <a:effectLst/>
              <a:uFillTx/>
              <a:latin typeface="Arial"/>
            </a:endParaRPr>
          </a:p>
          <a:p>
            <a:pPr marL="864000" lvl="1" indent="-324000">
              <a:lnSpc>
                <a:spcPct val="100000"/>
              </a:lnSpc>
              <a:spcAft>
                <a:spcPts val="850"/>
              </a:spcAft>
              <a:buClr>
                <a:srgbClr val="2c3e50"/>
              </a:buClr>
              <a:buSzPct val="75000"/>
              <a:buFont typeface="Symbol" charset="2"/>
              <a:buChar char=""/>
            </a:pPr>
            <a:r>
              <a:rPr lang="en-US" sz="2100" b="0" u="none" strike="noStrike">
                <a:solidFill>
                  <a:srgbClr val="2c3e50"/>
                </a:solidFill>
                <a:effectLst/>
                <a:uFillTx/>
                <a:latin typeface="Noto Sans"/>
              </a:rPr>
              <a:t>Never get prompted to invest in structural solutions such as parks or neighborhood safety.</a:t>
            </a:r>
            <a:endParaRPr lang="en-US" sz="2100" b="0" u="none" strike="noStrike">
              <a:solidFill>
                <a:srgbClr val="000000"/>
              </a:solidFill>
              <a:effectLst/>
              <a:uFillTx/>
              <a:latin typeface="Arial"/>
            </a:endParaRPr>
          </a:p>
        </p:txBody>
      </p:sp>
      <p:sp>
        <p:nvSpPr>
          <p:cNvPr id="59" name=""/>
          <p:cNvSpPr/>
          <p:nvPr/>
        </p:nvSpPr>
        <p:spPr>
          <a:xfrm>
            <a:off x="360000" y="1485000"/>
            <a:ext cx="4668840" cy="3779640"/>
          </a:xfrm>
          <a:prstGeom prst="rect">
            <a:avLst/>
          </a:prstGeom>
          <a:noFill/>
          <a:ln w="0">
            <a:noFill/>
          </a:ln>
        </p:spPr>
        <p:style>
          <a:lnRef idx="0"/>
          <a:fillRef idx="0"/>
          <a:effectRef idx="0"/>
          <a:fontRef idx="minor"/>
        </p:style>
        <p:txBody>
          <a:bodyPr lIns="0" rIns="0" tIns="0" bIns="0" anchor="t">
            <a:normAutofit fontScale="85000" lnSpcReduction="9999"/>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Places the burden of health almost entirely on individual choice and willpower.</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Primarily serves Government and Policy makers.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Adult authority of the researchers.</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“Sedentary Time” is inherently coded as negative.</a:t>
            </a:r>
            <a:endParaRPr lang="en-US" sz="2400" b="0" u="none" strike="noStrike">
              <a:solidFill>
                <a:srgbClr val="000000"/>
              </a:solidFill>
              <a:effectLst/>
              <a:uFillTx/>
              <a:latin typeface="Arial"/>
            </a:endParaRPr>
          </a:p>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The nature of the study can influence and encourage bias in children’s questionnaire answers</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A390BE77-85B7-4608-90B1-AC15E0978651}"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Conclusion</a:t>
            </a:r>
            <a:endParaRPr lang="en-US" sz="3200" b="0" u="none" strike="noStrike">
              <a:solidFill>
                <a:srgbClr val="000000"/>
              </a:solidFill>
              <a:effectLst/>
              <a:uFillTx/>
              <a:latin typeface="Arial"/>
            </a:endParaRPr>
          </a:p>
        </p:txBody>
      </p:sp>
      <p:sp>
        <p:nvSpPr>
          <p:cNvPr id="61" name="PlaceHolder 2"/>
          <p:cNvSpPr>
            <a:spLocks noGrp="1"/>
          </p:cNvSpPr>
          <p:nvPr>
            <p:ph/>
          </p:nvPr>
        </p:nvSpPr>
        <p:spPr>
          <a:xfrm>
            <a:off x="360000" y="1485000"/>
            <a:ext cx="9359640" cy="3779640"/>
          </a:xfrm>
          <a:prstGeom prst="rect">
            <a:avLst/>
          </a:prstGeom>
          <a:noFill/>
          <a:ln w="0">
            <a:noFill/>
          </a:ln>
        </p:spPr>
        <p:txBody>
          <a:bodyPr lIns="0" rIns="0" tIns="0" bIns="0" anchor="t">
            <a:normAutofit/>
          </a:bodyPr>
          <a:p>
            <a:pPr marL="432000" indent="-324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Through our analysis of the dataset, we were able to conclude that providing children with Active Video Games did not translate to an increase in traditional physical activities. Rather, the introduction seemed to cause a general decrease in physical activity and an increase in sedentary activity.</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1D4EF472-E3CD-44A4-B221-2A4E2DF4D1DE}"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60000" y="225720"/>
            <a:ext cx="9359640" cy="718560"/>
          </a:xfrm>
          <a:prstGeom prst="rect">
            <a:avLst/>
          </a:prstGeom>
          <a:noFill/>
          <a:ln w="0">
            <a:noFill/>
          </a:ln>
        </p:spPr>
        <p:txBody>
          <a:bodyPr lIns="0" rIns="0" tIns="0" bIns="0" anchor="ctr">
            <a:noAutofit/>
          </a:bodyPr>
          <a:p>
            <a:pPr indent="0">
              <a:lnSpc>
                <a:spcPct val="100000"/>
              </a:lnSpc>
              <a:buNone/>
              <a:tabLst>
                <a:tab algn="l" pos="0"/>
              </a:tabLst>
            </a:pPr>
            <a:r>
              <a:rPr lang="en-US" sz="3200" b="1" u="none" strike="noStrike">
                <a:solidFill>
                  <a:srgbClr val="ffffff"/>
                </a:solidFill>
                <a:effectLst/>
                <a:uFillTx/>
                <a:latin typeface="Noto Sans"/>
              </a:rPr>
              <a:t>References</a:t>
            </a:r>
            <a:endParaRPr lang="en-US" sz="3200" b="0" u="none" strike="noStrike">
              <a:solidFill>
                <a:srgbClr val="000000"/>
              </a:solidFill>
              <a:effectLst/>
              <a:uFillTx/>
              <a:latin typeface="Arial"/>
            </a:endParaRPr>
          </a:p>
        </p:txBody>
      </p:sp>
      <p:sp>
        <p:nvSpPr>
          <p:cNvPr id="63" name="PlaceHolder 2"/>
          <p:cNvSpPr>
            <a:spLocks noGrp="1"/>
          </p:cNvSpPr>
          <p:nvPr>
            <p:ph/>
          </p:nvPr>
        </p:nvSpPr>
        <p:spPr>
          <a:xfrm>
            <a:off x="360000" y="1485000"/>
            <a:ext cx="9359640" cy="3779640"/>
          </a:xfrm>
          <a:prstGeom prst="rect">
            <a:avLst/>
          </a:prstGeom>
          <a:noFill/>
          <a:ln w="0">
            <a:noFill/>
          </a:ln>
        </p:spPr>
        <p:txBody>
          <a:bodyPr lIns="0" rIns="0" tIns="0" bIns="0" anchor="t">
            <a:normAutofit/>
          </a:bodyPr>
          <a:p>
            <a:pPr marL="360000" indent="-360000">
              <a:lnSpc>
                <a:spcPct val="100000"/>
              </a:lnSpc>
              <a:spcAft>
                <a:spcPts val="1057"/>
              </a:spcAft>
              <a:buClr>
                <a:srgbClr val="2c3e50"/>
              </a:buClr>
              <a:buSzPct val="45000"/>
              <a:buFont typeface="Wingdings" charset="2"/>
              <a:buChar char=""/>
            </a:pPr>
            <a:r>
              <a:rPr lang="en-US" sz="2400" b="0" u="none" strike="noStrike">
                <a:solidFill>
                  <a:srgbClr val="2c3e50"/>
                </a:solidFill>
                <a:effectLst/>
                <a:uFillTx/>
                <a:latin typeface="Noto Sans"/>
              </a:rPr>
              <a:t>Ufholz, Kelsey (2021). Data from: The influence of active video game play upon physical and screen-based activities in sedentary children. Ag Data Commons. https://doi.org/10.15482/USDA.ADC/1522952</a:t>
            </a:r>
            <a:endParaRPr lang="en-US" sz="24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0CFA89E1-F433-4676-B499-EA6BBB175F53}" type="slidenum">
              <a:t>13</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LibreOffice/25.8.6.2$Linux_X86_64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2026-07-23T15:03:35Z</dcterms:created>
  <dc:creator/>
  <dc:description>This work is licensed under a Creative Commons 0 License.
It makes use of the works of Jun NOGATA.</dc:description>
  <dc:language>en-US</dc:language>
  <cp:lastModifiedBy/>
  <dcterms:modified xsi:type="dcterms:W3CDTF">2026-08-02T20:40:53Z</dcterms:modified>
  <cp:revision>3</cp:revision>
  <dc:subject/>
  <dc:title>Midnightblue</dc:title>
</cp:coreProperties>
</file>

<file path=docProps/custom.xml><?xml version="1.0" encoding="utf-8"?>
<Properties xmlns="http://schemas.openxmlformats.org/officeDocument/2006/custom-properties" xmlns:vt="http://schemas.openxmlformats.org/officeDocument/2006/docPropsVTypes"/>
</file>